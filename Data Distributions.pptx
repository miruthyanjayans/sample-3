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1.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_rels/slideLayout3.xml.rels" ContentType="application/vnd.openxmlformats-package.relationships+xml"/>
  <Override PartName="/ppt/slideLayouts/_rels/slideLayout2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2.xml.rels" ContentType="application/vnd.openxmlformats-package.relationships+xml"/>
  <Override PartName="/ppt/slideLayouts/_rels/slideLayout2.xml.rels" ContentType="application/vnd.openxmlformats-package.relationships+xml"/>
  <Override PartName="/ppt/slideLayouts/_rels/slideLayout19.xml.rels" ContentType="application/vnd.openxmlformats-package.relationships+xml"/>
  <Override PartName="/ppt/slideLayouts/_rels/slideLayout1.xml.rels" ContentType="application/vnd.openxmlformats-package.relationships+xml"/>
  <Override PartName="/ppt/slideLayouts/_rels/slideLayout21.xml.rels" ContentType="application/vnd.openxmlformats-package.relationships+xml"/>
  <Override PartName="/ppt/slideLayouts/slideLayout3.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2.xml" ContentType="application/vnd.openxmlformats-officedocument.presentationml.slideLayout+xml"/>
  <Override PartName="/ppt/_rels/presentation.xml.rels" ContentType="application/vnd.openxmlformats-package.relationships+xml"/>
  <Override PartName="/ppt/media/image1.png" ContentType="image/png"/>
  <Override PartName="/ppt/media/image2.jpeg" ContentType="image/jpeg"/>
  <Override PartName="/ppt/media/image3.jpeg" ContentType="image/jpeg"/>
  <Override PartName="/ppt/media/image4.jpeg" ContentType="image/jpeg"/>
  <Override PartName="/ppt/media/image5.jpeg" ContentType="image/jpeg"/>
  <Override PartName="/ppt/media/image6.jpeg" ContentType="image/jpeg"/>
  <Override PartName="/ppt/slides/_rels/slide5.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6.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17.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9"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bit.ly/3A1uf1Q" TargetMode="External"/><Relationship Id="rId4" Type="http://schemas.openxmlformats.org/officeDocument/2006/relationships/hyperlink" Target="http://bit.ly/2TtBDfr" TargetMode="Externa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sp>
        <p:nvSpPr>
          <p:cNvPr id="0" name="Google Shape;9;p2"/>
          <p:cNvSpPr/>
          <p:nvPr/>
        </p:nvSpPr>
        <p:spPr>
          <a:xfrm>
            <a:off x="2189880" y="-3694680"/>
            <a:ext cx="4763880" cy="4763880"/>
          </a:xfrm>
          <a:prstGeom prst="ellipse">
            <a:avLst/>
          </a:prstGeom>
          <a:noFill/>
          <a:ln w="9525">
            <a:solidFill>
              <a:srgbClr val="fff5e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pic>
        <p:nvPicPr>
          <p:cNvPr id="1" name="Google Shape;10;p2" descr=""/>
          <p:cNvPicPr/>
          <p:nvPr/>
        </p:nvPicPr>
        <p:blipFill>
          <a:blip r:embed="rId2"/>
          <a:srcRect l="1028" t="3591" r="38467" b="2908"/>
          <a:stretch/>
        </p:blipFill>
        <p:spPr>
          <a:xfrm>
            <a:off x="177480" y="167040"/>
            <a:ext cx="4394160" cy="4808880"/>
          </a:xfrm>
          <a:prstGeom prst="rect">
            <a:avLst/>
          </a:prstGeom>
          <a:noFill/>
          <a:ln w="0">
            <a:noFill/>
          </a:ln>
        </p:spPr>
      </p:pic>
      <p:sp>
        <p:nvSpPr>
          <p:cNvPr id="2" name="PlaceHolder 1"/>
          <p:cNvSpPr>
            <a:spLocks noGrp="1"/>
          </p:cNvSpPr>
          <p:nvPr>
            <p:ph type="title"/>
          </p:nvPr>
        </p:nvSpPr>
        <p:spPr>
          <a:xfrm>
            <a:off x="1569960" y="1711080"/>
            <a:ext cx="6003720" cy="1720800"/>
          </a:xfrm>
          <a:prstGeom prst="rect">
            <a:avLst/>
          </a:prstGeom>
          <a:noFill/>
          <a:ln w="0">
            <a:noFill/>
          </a:ln>
        </p:spPr>
        <p:txBody>
          <a:bodyPr lIns="91440" rIns="91440" tIns="91440" bIns="91440" anchor="b">
            <a:noAutofit/>
          </a:bodyPr>
          <a:p>
            <a:pPr indent="0">
              <a:buNone/>
            </a:pPr>
            <a:r>
              <a:rPr b="0" lang="fr-FR" sz="6800" strike="noStrike" u="none">
                <a:solidFill>
                  <a:schemeClr val="dk1"/>
                </a:solidFill>
                <a:effectLst/>
                <a:uFillTx/>
                <a:latin typeface="Arial"/>
              </a:rPr>
              <a:t>Click to edit the title text format</a:t>
            </a:r>
            <a:endParaRPr b="0" lang="fr-FR" sz="6800" strike="noStrike" u="none">
              <a:solidFill>
                <a:schemeClr val="dk1"/>
              </a:solidFill>
              <a:effectLst/>
              <a:uFillTx/>
              <a:latin typeface="Arial"/>
            </a:endParaRP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bg>
      <p:bgPr>
        <a:solidFill>
          <a:schemeClr val="lt1"/>
        </a:solidFill>
      </p:bgPr>
    </p:bg>
    <p:spTree>
      <p:nvGrpSpPr>
        <p:cNvPr id="1" name=""/>
        <p:cNvGrpSpPr/>
        <p:nvPr/>
      </p:nvGrpSpPr>
      <p:grpSpPr>
        <a:xfrm>
          <a:off x="0" y="0"/>
          <a:ext cx="0" cy="0"/>
          <a:chOff x="0" y="0"/>
          <a:chExt cx="0" cy="0"/>
        </a:xfrm>
      </p:grpSpPr>
      <p:sp>
        <p:nvSpPr>
          <p:cNvPr id="4" name="Google Shape;44;p11"/>
          <p:cNvSpPr/>
          <p:nvPr/>
        </p:nvSpPr>
        <p:spPr>
          <a:xfrm>
            <a:off x="3749400" y="-3663360"/>
            <a:ext cx="4763880" cy="4763880"/>
          </a:xfrm>
          <a:prstGeom prst="ellipse">
            <a:avLst/>
          </a:prstGeom>
          <a:noFill/>
          <a:ln w="9525">
            <a:solidFill>
              <a:srgbClr val="fff5e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pic>
        <p:nvPicPr>
          <p:cNvPr id="5" name="Google Shape;45;p11" descr=""/>
          <p:cNvPicPr/>
          <p:nvPr/>
        </p:nvPicPr>
        <p:blipFill>
          <a:blip r:embed="rId2"/>
          <a:srcRect l="0" t="3591" r="38467" b="2908"/>
          <a:stretch/>
        </p:blipFill>
        <p:spPr>
          <a:xfrm>
            <a:off x="4497120" y="167040"/>
            <a:ext cx="4469040" cy="4808880"/>
          </a:xfrm>
          <a:prstGeom prst="rect">
            <a:avLst/>
          </a:prstGeom>
          <a:noFill/>
          <a:ln w="0">
            <a:noFill/>
          </a:ln>
        </p:spPr>
      </p:pic>
      <p:sp>
        <p:nvSpPr>
          <p:cNvPr id="6" name="PlaceHolder 1"/>
          <p:cNvSpPr>
            <a:spLocks noGrp="1"/>
          </p:cNvSpPr>
          <p:nvPr>
            <p:ph type="title"/>
          </p:nvPr>
        </p:nvSpPr>
        <p:spPr>
          <a:xfrm>
            <a:off x="1284120" y="1793520"/>
            <a:ext cx="6575760" cy="1044720"/>
          </a:xfrm>
          <a:prstGeom prst="rect">
            <a:avLst/>
          </a:prstGeom>
          <a:noFill/>
          <a:ln w="0">
            <a:noFill/>
          </a:ln>
        </p:spPr>
        <p:txBody>
          <a:bodyPr lIns="91440" rIns="91440" tIns="91440" bIns="91440" anchor="b">
            <a:noAutofit/>
          </a:bodyPr>
          <a:p>
            <a:pPr indent="0" algn="ctr">
              <a:lnSpc>
                <a:spcPct val="70000"/>
              </a:lnSpc>
              <a:buNone/>
            </a:pPr>
            <a:r>
              <a:rPr b="1" lang="fr-FR" sz="7200" strike="noStrike" u="none">
                <a:solidFill>
                  <a:schemeClr val="dk1"/>
                </a:solidFill>
                <a:effectLst/>
                <a:uFillTx/>
                <a:latin typeface="Bricolage Grotesque"/>
                <a:ea typeface="Bricolage Grotesque"/>
              </a:rPr>
              <a:t>xx%</a:t>
            </a:r>
            <a:endParaRPr b="0" lang="fr-FR" sz="7200" strike="noStrike" u="none">
              <a:solidFill>
                <a:schemeClr val="dk1"/>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
    <p:bg>
      <p:bgPr>
        <a:solidFill>
          <a:schemeClr val="lt1"/>
        </a:solidFill>
      </p:bgPr>
    </p:bg>
    <p:spTree>
      <p:nvGrpSpPr>
        <p:cNvPr id="1" name=""/>
        <p:cNvGrpSpPr/>
        <p:nvPr/>
      </p:nvGrpSpPr>
      <p:grpSpPr>
        <a:xfrm>
          <a:off x="0" y="0"/>
          <a:ext cx="0" cy="0"/>
          <a:chOff x="0" y="0"/>
          <a:chExt cx="0" cy="0"/>
        </a:xfrm>
      </p:grpSpPr>
      <p:sp>
        <p:nvSpPr>
          <p:cNvPr id="7" name="Google Shape;50;p13"/>
          <p:cNvSpPr/>
          <p:nvPr/>
        </p:nvSpPr>
        <p:spPr>
          <a:xfrm>
            <a:off x="-1615680" y="4218120"/>
            <a:ext cx="4763880" cy="4763880"/>
          </a:xfrm>
          <a:prstGeom prst="ellipse">
            <a:avLst/>
          </a:prstGeom>
          <a:noFill/>
          <a:ln w="9525">
            <a:solidFill>
              <a:srgbClr val="fff5e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pic>
        <p:nvPicPr>
          <p:cNvPr id="8" name="Google Shape;51;p13" descr=""/>
          <p:cNvPicPr/>
          <p:nvPr/>
        </p:nvPicPr>
        <p:blipFill>
          <a:blip r:embed="rId2"/>
          <a:srcRect l="1030" t="3591" r="72640" b="2908"/>
          <a:stretch/>
        </p:blipFill>
        <p:spPr>
          <a:xfrm>
            <a:off x="177480" y="167040"/>
            <a:ext cx="1911600" cy="4808880"/>
          </a:xfrm>
          <a:prstGeom prst="rect">
            <a:avLst/>
          </a:prstGeom>
          <a:noFill/>
          <a:ln w="0">
            <a:noFill/>
          </a:ln>
        </p:spPr>
      </p:pic>
      <p:sp>
        <p:nvSpPr>
          <p:cNvPr id="9" name="PlaceHolder 1"/>
          <p:cNvSpPr>
            <a:spLocks noGrp="1"/>
          </p:cNvSpPr>
          <p:nvPr>
            <p:ph type="title"/>
          </p:nvPr>
        </p:nvSpPr>
        <p:spPr>
          <a:xfrm>
            <a:off x="228600" y="2017440"/>
            <a:ext cx="3748320" cy="1108440"/>
          </a:xfrm>
          <a:prstGeom prst="rect">
            <a:avLst/>
          </a:prstGeom>
          <a:noFill/>
          <a:ln w="0">
            <a:noFill/>
          </a:ln>
        </p:spPr>
        <p:txBody>
          <a:bodyPr lIns="91440" rIns="91440" tIns="91440" bIns="91440" anchor="t">
            <a:noAutofit/>
          </a:bodyPr>
          <a:p>
            <a:pPr indent="0">
              <a:buNone/>
            </a:pPr>
            <a:r>
              <a:rPr b="0" lang="fr-FR" sz="4500" strike="noStrike" u="none">
                <a:solidFill>
                  <a:schemeClr val="dk1"/>
                </a:solidFill>
                <a:effectLst/>
                <a:uFillTx/>
                <a:latin typeface="Arial"/>
              </a:rPr>
              <a:t>Click to edit the title text format</a:t>
            </a:r>
            <a:endParaRPr b="0" lang="fr-FR" sz="4500" strike="noStrike" u="none">
              <a:solidFill>
                <a:schemeClr val="dk1"/>
              </a:solidFill>
              <a:effectLst/>
              <a:uFillTx/>
              <a:latin typeface="Arial"/>
            </a:endParaRPr>
          </a:p>
        </p:txBody>
      </p:sp>
      <p:sp>
        <p:nvSpPr>
          <p:cNvPr id="10" name="PlaceHolder 2"/>
          <p:cNvSpPr>
            <a:spLocks noGrp="1"/>
          </p:cNvSpPr>
          <p:nvPr>
            <p:ph type="title"/>
          </p:nvPr>
        </p:nvSpPr>
        <p:spPr>
          <a:xfrm>
            <a:off x="4599720" y="389520"/>
            <a:ext cx="690480" cy="432360"/>
          </a:xfrm>
          <a:prstGeom prst="rect">
            <a:avLst/>
          </a:prstGeom>
          <a:noFill/>
          <a:ln w="0">
            <a:noFill/>
          </a:ln>
        </p:spPr>
        <p:txBody>
          <a:bodyPr lIns="91440" rIns="91440" tIns="91440" bIns="91440" anchor="ctr">
            <a:noAutofit/>
          </a:bodyPr>
          <a:p>
            <a:pPr indent="0" algn="ctr">
              <a:lnSpc>
                <a:spcPct val="70000"/>
              </a:lnSpc>
              <a:buNone/>
            </a:pPr>
            <a:r>
              <a:rPr b="1" lang="fr-FR" sz="2100" strike="noStrike" u="none">
                <a:solidFill>
                  <a:schemeClr val="dk2"/>
                </a:solidFill>
                <a:effectLst/>
                <a:uFillTx/>
                <a:latin typeface="Bricolage Grotesque"/>
                <a:ea typeface="Bricolage Grotesque"/>
              </a:rPr>
              <a:t>xx%</a:t>
            </a:r>
            <a:endParaRPr b="0" lang="fr-FR" sz="2100" strike="noStrike" u="none">
              <a:solidFill>
                <a:schemeClr val="dk1"/>
              </a:solidFill>
              <a:effectLst/>
              <a:uFillTx/>
              <a:latin typeface="Arial"/>
            </a:endParaRPr>
          </a:p>
        </p:txBody>
      </p:sp>
      <p:sp>
        <p:nvSpPr>
          <p:cNvPr id="11" name="PlaceHolder 3"/>
          <p:cNvSpPr>
            <a:spLocks noGrp="1"/>
          </p:cNvSpPr>
          <p:nvPr>
            <p:ph type="title"/>
          </p:nvPr>
        </p:nvSpPr>
        <p:spPr>
          <a:xfrm>
            <a:off x="4599720" y="961560"/>
            <a:ext cx="690480" cy="432360"/>
          </a:xfrm>
          <a:prstGeom prst="rect">
            <a:avLst/>
          </a:prstGeom>
          <a:noFill/>
          <a:ln w="0">
            <a:noFill/>
          </a:ln>
        </p:spPr>
        <p:txBody>
          <a:bodyPr lIns="91440" rIns="91440" tIns="91440" bIns="91440" anchor="ctr">
            <a:noAutofit/>
          </a:bodyPr>
          <a:p>
            <a:pPr indent="0" algn="ctr">
              <a:lnSpc>
                <a:spcPct val="70000"/>
              </a:lnSpc>
              <a:buNone/>
            </a:pPr>
            <a:r>
              <a:rPr b="1" lang="fr-FR" sz="2100" strike="noStrike" u="none">
                <a:solidFill>
                  <a:schemeClr val="dk2"/>
                </a:solidFill>
                <a:effectLst/>
                <a:uFillTx/>
                <a:latin typeface="Bricolage Grotesque"/>
                <a:ea typeface="Bricolage Grotesque"/>
              </a:rPr>
              <a:t>xx%</a:t>
            </a:r>
            <a:endParaRPr b="0" lang="fr-FR" sz="2100" strike="noStrike" u="none">
              <a:solidFill>
                <a:schemeClr val="dk1"/>
              </a:solidFill>
              <a:effectLst/>
              <a:uFillTx/>
              <a:latin typeface="Arial"/>
            </a:endParaRPr>
          </a:p>
        </p:txBody>
      </p:sp>
      <p:sp>
        <p:nvSpPr>
          <p:cNvPr id="12" name="PlaceHolder 4"/>
          <p:cNvSpPr>
            <a:spLocks noGrp="1"/>
          </p:cNvSpPr>
          <p:nvPr>
            <p:ph type="title"/>
          </p:nvPr>
        </p:nvSpPr>
        <p:spPr>
          <a:xfrm>
            <a:off x="4599720" y="1533600"/>
            <a:ext cx="690480" cy="432360"/>
          </a:xfrm>
          <a:prstGeom prst="rect">
            <a:avLst/>
          </a:prstGeom>
          <a:noFill/>
          <a:ln w="0">
            <a:noFill/>
          </a:ln>
        </p:spPr>
        <p:txBody>
          <a:bodyPr lIns="91440" rIns="91440" tIns="91440" bIns="91440" anchor="ctr">
            <a:noAutofit/>
          </a:bodyPr>
          <a:p>
            <a:pPr indent="0" algn="ctr">
              <a:lnSpc>
                <a:spcPct val="70000"/>
              </a:lnSpc>
              <a:buNone/>
            </a:pPr>
            <a:r>
              <a:rPr b="1" lang="fr-FR" sz="2100" strike="noStrike" u="none">
                <a:solidFill>
                  <a:schemeClr val="dk2"/>
                </a:solidFill>
                <a:effectLst/>
                <a:uFillTx/>
                <a:latin typeface="Bricolage Grotesque"/>
                <a:ea typeface="Bricolage Grotesque"/>
              </a:rPr>
              <a:t>xx%</a:t>
            </a:r>
            <a:endParaRPr b="0" lang="fr-FR" sz="2100" strike="noStrike" u="none">
              <a:solidFill>
                <a:schemeClr val="dk1"/>
              </a:solidFill>
              <a:effectLst/>
              <a:uFillTx/>
              <a:latin typeface="Arial"/>
            </a:endParaRPr>
          </a:p>
        </p:txBody>
      </p:sp>
      <p:sp>
        <p:nvSpPr>
          <p:cNvPr id="13" name="PlaceHolder 5"/>
          <p:cNvSpPr>
            <a:spLocks noGrp="1"/>
          </p:cNvSpPr>
          <p:nvPr>
            <p:ph type="title"/>
          </p:nvPr>
        </p:nvSpPr>
        <p:spPr>
          <a:xfrm>
            <a:off x="4599720" y="2105640"/>
            <a:ext cx="690480" cy="432360"/>
          </a:xfrm>
          <a:prstGeom prst="rect">
            <a:avLst/>
          </a:prstGeom>
          <a:noFill/>
          <a:ln w="0">
            <a:noFill/>
          </a:ln>
        </p:spPr>
        <p:txBody>
          <a:bodyPr lIns="91440" rIns="91440" tIns="91440" bIns="91440" anchor="ctr">
            <a:noAutofit/>
          </a:bodyPr>
          <a:p>
            <a:pPr indent="0" algn="ctr">
              <a:lnSpc>
                <a:spcPct val="70000"/>
              </a:lnSpc>
              <a:buNone/>
            </a:pPr>
            <a:r>
              <a:rPr b="1" lang="fr-FR" sz="2100" strike="noStrike" u="none">
                <a:solidFill>
                  <a:schemeClr val="dk2"/>
                </a:solidFill>
                <a:effectLst/>
                <a:uFillTx/>
                <a:latin typeface="Bricolage Grotesque"/>
                <a:ea typeface="Bricolage Grotesque"/>
              </a:rPr>
              <a:t>xx%</a:t>
            </a:r>
            <a:endParaRPr b="0" lang="fr-FR" sz="2100" strike="noStrike" u="none">
              <a:solidFill>
                <a:schemeClr val="dk1"/>
              </a:solidFill>
              <a:effectLst/>
              <a:uFillTx/>
              <a:latin typeface="Arial"/>
            </a:endParaRPr>
          </a:p>
        </p:txBody>
      </p:sp>
      <p:sp>
        <p:nvSpPr>
          <p:cNvPr id="14" name="PlaceHolder 6"/>
          <p:cNvSpPr>
            <a:spLocks noGrp="1"/>
          </p:cNvSpPr>
          <p:nvPr>
            <p:ph type="title"/>
          </p:nvPr>
        </p:nvSpPr>
        <p:spPr>
          <a:xfrm>
            <a:off x="4599720" y="2641320"/>
            <a:ext cx="690480" cy="432360"/>
          </a:xfrm>
          <a:prstGeom prst="rect">
            <a:avLst/>
          </a:prstGeom>
          <a:noFill/>
          <a:ln w="0">
            <a:noFill/>
          </a:ln>
        </p:spPr>
        <p:txBody>
          <a:bodyPr lIns="91440" rIns="91440" tIns="91440" bIns="91440" anchor="ctr">
            <a:noAutofit/>
          </a:bodyPr>
          <a:p>
            <a:pPr indent="0" algn="ctr">
              <a:lnSpc>
                <a:spcPct val="70000"/>
              </a:lnSpc>
              <a:buNone/>
            </a:pPr>
            <a:r>
              <a:rPr b="1" lang="fr-FR" sz="2100" strike="noStrike" u="none">
                <a:solidFill>
                  <a:schemeClr val="dk2"/>
                </a:solidFill>
                <a:effectLst/>
                <a:uFillTx/>
                <a:latin typeface="Bricolage Grotesque"/>
                <a:ea typeface="Bricolage Grotesque"/>
              </a:rPr>
              <a:t>xx%</a:t>
            </a:r>
            <a:endParaRPr b="0" lang="fr-FR" sz="2100" strike="noStrike" u="none">
              <a:solidFill>
                <a:schemeClr val="dk1"/>
              </a:solidFill>
              <a:effectLst/>
              <a:uFillTx/>
              <a:latin typeface="Arial"/>
            </a:endParaRPr>
          </a:p>
        </p:txBody>
      </p:sp>
      <p:sp>
        <p:nvSpPr>
          <p:cNvPr id="15" name="PlaceHolder 7"/>
          <p:cNvSpPr>
            <a:spLocks noGrp="1"/>
          </p:cNvSpPr>
          <p:nvPr>
            <p:ph type="title"/>
          </p:nvPr>
        </p:nvSpPr>
        <p:spPr>
          <a:xfrm>
            <a:off x="4599720" y="3213360"/>
            <a:ext cx="690480" cy="432360"/>
          </a:xfrm>
          <a:prstGeom prst="rect">
            <a:avLst/>
          </a:prstGeom>
          <a:noFill/>
          <a:ln w="0">
            <a:noFill/>
          </a:ln>
        </p:spPr>
        <p:txBody>
          <a:bodyPr lIns="91440" rIns="91440" tIns="91440" bIns="91440" anchor="ctr">
            <a:noAutofit/>
          </a:bodyPr>
          <a:p>
            <a:pPr indent="0" algn="ctr">
              <a:lnSpc>
                <a:spcPct val="70000"/>
              </a:lnSpc>
              <a:buNone/>
            </a:pPr>
            <a:r>
              <a:rPr b="1" lang="fr-FR" sz="2100" strike="noStrike" u="none">
                <a:solidFill>
                  <a:schemeClr val="dk2"/>
                </a:solidFill>
                <a:effectLst/>
                <a:uFillTx/>
                <a:latin typeface="Bricolage Grotesque"/>
                <a:ea typeface="Bricolage Grotesque"/>
              </a:rPr>
              <a:t>xx%</a:t>
            </a:r>
            <a:endParaRPr b="0" lang="fr-FR" sz="2100" strike="noStrike" u="none">
              <a:solidFill>
                <a:schemeClr val="dk1"/>
              </a:solidFill>
              <a:effectLst/>
              <a:uFillTx/>
              <a:latin typeface="Arial"/>
            </a:endParaRPr>
          </a:p>
        </p:txBody>
      </p:sp>
      <p:sp>
        <p:nvSpPr>
          <p:cNvPr id="16" name="PlaceHolder 8"/>
          <p:cNvSpPr>
            <a:spLocks noGrp="1"/>
          </p:cNvSpPr>
          <p:nvPr>
            <p:ph type="title"/>
          </p:nvPr>
        </p:nvSpPr>
        <p:spPr>
          <a:xfrm>
            <a:off x="4599720" y="3785400"/>
            <a:ext cx="690480" cy="432360"/>
          </a:xfrm>
          <a:prstGeom prst="rect">
            <a:avLst/>
          </a:prstGeom>
          <a:noFill/>
          <a:ln w="0">
            <a:noFill/>
          </a:ln>
        </p:spPr>
        <p:txBody>
          <a:bodyPr lIns="91440" rIns="91440" tIns="91440" bIns="91440" anchor="ctr">
            <a:noAutofit/>
          </a:bodyPr>
          <a:p>
            <a:pPr indent="0" algn="ctr">
              <a:lnSpc>
                <a:spcPct val="70000"/>
              </a:lnSpc>
              <a:buNone/>
            </a:pPr>
            <a:r>
              <a:rPr b="1" lang="fr-FR" sz="2100" strike="noStrike" u="none">
                <a:solidFill>
                  <a:schemeClr val="dk2"/>
                </a:solidFill>
                <a:effectLst/>
                <a:uFillTx/>
                <a:latin typeface="Bricolage Grotesque"/>
                <a:ea typeface="Bricolage Grotesque"/>
              </a:rPr>
              <a:t>xx%</a:t>
            </a:r>
            <a:endParaRPr b="0" lang="fr-FR" sz="2100" strike="noStrike" u="none">
              <a:solidFill>
                <a:schemeClr val="dk1"/>
              </a:solidFill>
              <a:effectLst/>
              <a:uFillTx/>
              <a:latin typeface="Arial"/>
            </a:endParaRPr>
          </a:p>
        </p:txBody>
      </p:sp>
      <p:sp>
        <p:nvSpPr>
          <p:cNvPr id="17" name="PlaceHolder 9"/>
          <p:cNvSpPr>
            <a:spLocks noGrp="1"/>
          </p:cNvSpPr>
          <p:nvPr>
            <p:ph type="title"/>
          </p:nvPr>
        </p:nvSpPr>
        <p:spPr>
          <a:xfrm>
            <a:off x="4599720" y="4357440"/>
            <a:ext cx="690480" cy="432360"/>
          </a:xfrm>
          <a:prstGeom prst="rect">
            <a:avLst/>
          </a:prstGeom>
          <a:noFill/>
          <a:ln w="0">
            <a:noFill/>
          </a:ln>
        </p:spPr>
        <p:txBody>
          <a:bodyPr lIns="91440" rIns="91440" tIns="91440" bIns="91440" anchor="ctr">
            <a:noAutofit/>
          </a:bodyPr>
          <a:p>
            <a:pPr indent="0" algn="ctr">
              <a:lnSpc>
                <a:spcPct val="70000"/>
              </a:lnSpc>
              <a:buNone/>
            </a:pPr>
            <a:r>
              <a:rPr b="1" lang="fr-FR" sz="2100" strike="noStrike" u="none">
                <a:solidFill>
                  <a:schemeClr val="dk2"/>
                </a:solidFill>
                <a:effectLst/>
                <a:uFillTx/>
                <a:latin typeface="Bricolage Grotesque"/>
                <a:ea typeface="Bricolage Grotesque"/>
              </a:rPr>
              <a:t>xx%</a:t>
            </a:r>
            <a:endParaRPr b="0" lang="fr-FR" sz="2100" strike="noStrike" u="none">
              <a:solidFill>
                <a:schemeClr val="dk1"/>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
    <p:bg>
      <p:bgPr>
        <a:solidFill>
          <a:schemeClr val="lt1"/>
        </a:solidFill>
      </p:bgPr>
    </p:bg>
    <p:spTree>
      <p:nvGrpSpPr>
        <p:cNvPr id="1" name=""/>
        <p:cNvGrpSpPr/>
        <p:nvPr/>
      </p:nvGrpSpPr>
      <p:grpSpPr>
        <a:xfrm>
          <a:off x="0" y="0"/>
          <a:ext cx="0" cy="0"/>
          <a:chOff x="0" y="0"/>
          <a:chExt cx="0" cy="0"/>
        </a:xfrm>
      </p:grpSpPr>
      <p:pic>
        <p:nvPicPr>
          <p:cNvPr id="18" name="Google Shape;70;p14" descr=""/>
          <p:cNvPicPr/>
          <p:nvPr/>
        </p:nvPicPr>
        <p:blipFill>
          <a:blip r:embed="rId2"/>
          <a:srcRect l="1028" t="3591" r="61317" b="2908"/>
          <a:stretch/>
        </p:blipFill>
        <p:spPr>
          <a:xfrm>
            <a:off x="177480" y="167040"/>
            <a:ext cx="2734200" cy="4808880"/>
          </a:xfrm>
          <a:prstGeom prst="rect">
            <a:avLst/>
          </a:prstGeom>
          <a:noFill/>
          <a:ln w="0">
            <a:noFill/>
          </a:ln>
        </p:spPr>
      </p:pic>
      <p:sp>
        <p:nvSpPr>
          <p:cNvPr id="19" name="PlaceHolder 1"/>
          <p:cNvSpPr>
            <a:spLocks noGrp="1"/>
          </p:cNvSpPr>
          <p:nvPr>
            <p:ph type="title"/>
          </p:nvPr>
        </p:nvSpPr>
        <p:spPr>
          <a:xfrm>
            <a:off x="597600" y="1332000"/>
            <a:ext cx="3589920" cy="2479320"/>
          </a:xfrm>
          <a:prstGeom prst="rect">
            <a:avLst/>
          </a:prstGeom>
          <a:noFill/>
          <a:ln w="0">
            <a:noFill/>
          </a:ln>
        </p:spPr>
        <p:txBody>
          <a:bodyPr lIns="91440" rIns="91440" tIns="91440" bIns="91440" anchor="t">
            <a:noAutofit/>
          </a:bodyPr>
          <a:p>
            <a:pPr indent="0">
              <a:buNone/>
            </a:pPr>
            <a:r>
              <a:rPr b="0" lang="fr-FR" sz="3100" strike="noStrike" u="none">
                <a:solidFill>
                  <a:schemeClr val="dk1"/>
                </a:solidFill>
                <a:effectLst/>
                <a:uFillTx/>
                <a:latin typeface="Arial"/>
              </a:rPr>
              <a:t>Click to edit the title text format</a:t>
            </a:r>
            <a:endParaRPr b="0" lang="fr-FR" sz="3100" strike="noStrike" u="none">
              <a:solidFill>
                <a:schemeClr val="dk1"/>
              </a:solidFill>
              <a:effectLst/>
              <a:uFillTx/>
              <a:latin typeface="Arial"/>
            </a:endParaRPr>
          </a:p>
        </p:txBody>
      </p:sp>
      <p:sp>
        <p:nvSpPr>
          <p:cNvPr id="20" name="Google Shape;73;p14"/>
          <p:cNvSpPr/>
          <p:nvPr/>
        </p:nvSpPr>
        <p:spPr>
          <a:xfrm>
            <a:off x="6144840" y="-3550680"/>
            <a:ext cx="4763880" cy="4763880"/>
          </a:xfrm>
          <a:prstGeom prst="ellipse">
            <a:avLst/>
          </a:prstGeom>
          <a:noFill/>
          <a:ln w="9525">
            <a:solidFill>
              <a:srgbClr val="fff5e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_1">
    <p:bg>
      <p:bgPr>
        <a:solidFill>
          <a:schemeClr val="lt1"/>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4627440" y="230040"/>
            <a:ext cx="3905640" cy="75852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
        <p:nvSpPr>
          <p:cNvPr id="23" name="PlaceHolder 2"/>
          <p:cNvSpPr>
            <a:spLocks noGrp="1"/>
          </p:cNvSpPr>
          <p:nvPr>
            <p:ph type="body"/>
          </p:nvPr>
        </p:nvSpPr>
        <p:spPr>
          <a:xfrm>
            <a:off x="0" y="0"/>
            <a:ext cx="4294440" cy="5143320"/>
          </a:xfrm>
          <a:prstGeom prst="rect">
            <a:avLst/>
          </a:prstGeom>
          <a:noFill/>
          <a:ln w="0">
            <a:noFill/>
          </a:ln>
        </p:spPr>
        <p:txBody>
          <a:bodyPr lIns="90000" rIns="90000" tIns="45000" bIns="45000" anchor="t">
            <a:normAutofit/>
          </a:bodyPr>
          <a:p>
            <a:pPr marL="432000" indent="-324000">
              <a:spcBef>
                <a:spcPts val="1417"/>
              </a:spcBef>
              <a:buClr>
                <a:srgbClr val="ffffff"/>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
    <p:bg>
      <p:bgPr>
        <a:solidFill>
          <a:schemeClr val="lt1"/>
        </a:solidFill>
      </p:bgPr>
    </p:bg>
    <p:spTree>
      <p:nvGrpSpPr>
        <p:cNvPr id="1" name=""/>
        <p:cNvGrpSpPr/>
        <p:nvPr/>
      </p:nvGrpSpPr>
      <p:grpSpPr>
        <a:xfrm>
          <a:off x="0" y="0"/>
          <a:ext cx="0" cy="0"/>
          <a:chOff x="0" y="0"/>
          <a:chExt cx="0" cy="0"/>
        </a:xfrm>
      </p:grpSpPr>
      <p:pic>
        <p:nvPicPr>
          <p:cNvPr id="24" name="Google Shape;79;p16" descr=""/>
          <p:cNvPicPr/>
          <p:nvPr/>
        </p:nvPicPr>
        <p:blipFill>
          <a:blip r:embed="rId2"/>
          <a:srcRect l="1030" t="3591" r="72640" b="2908"/>
          <a:stretch/>
        </p:blipFill>
        <p:spPr>
          <a:xfrm>
            <a:off x="7058160" y="167040"/>
            <a:ext cx="1911600" cy="4808880"/>
          </a:xfrm>
          <a:prstGeom prst="rect">
            <a:avLst/>
          </a:prstGeom>
          <a:noFill/>
          <a:ln w="0">
            <a:noFill/>
          </a:ln>
        </p:spPr>
      </p:pic>
      <p:sp>
        <p:nvSpPr>
          <p:cNvPr id="25" name="PlaceHolder 1"/>
          <p:cNvSpPr>
            <a:spLocks noGrp="1"/>
          </p:cNvSpPr>
          <p:nvPr>
            <p:ph type="title"/>
          </p:nvPr>
        </p:nvSpPr>
        <p:spPr>
          <a:xfrm>
            <a:off x="4746240" y="228600"/>
            <a:ext cx="416880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5">
    <p:bg>
      <p:bgPr>
        <a:solidFill>
          <a:schemeClr val="lt1"/>
        </a:solidFill>
      </p:bgPr>
    </p:bg>
    <p:spTree>
      <p:nvGrpSpPr>
        <p:cNvPr id="1" name=""/>
        <p:cNvGrpSpPr/>
        <p:nvPr/>
      </p:nvGrpSpPr>
      <p:grpSpPr>
        <a:xfrm>
          <a:off x="0" y="0"/>
          <a:ext cx="0" cy="0"/>
          <a:chOff x="0" y="0"/>
          <a:chExt cx="0" cy="0"/>
        </a:xfrm>
      </p:grpSpPr>
      <p:pic>
        <p:nvPicPr>
          <p:cNvPr id="26" name="Google Shape;88;p17" descr=""/>
          <p:cNvPicPr/>
          <p:nvPr/>
        </p:nvPicPr>
        <p:blipFill>
          <a:blip r:embed="rId2"/>
          <a:srcRect l="1030" t="3591" r="77067" b="2908"/>
          <a:stretch/>
        </p:blipFill>
        <p:spPr>
          <a:xfrm>
            <a:off x="173880" y="167040"/>
            <a:ext cx="1590120" cy="4808880"/>
          </a:xfrm>
          <a:prstGeom prst="rect">
            <a:avLst/>
          </a:prstGeom>
          <a:noFill/>
          <a:ln w="0">
            <a:noFill/>
          </a:ln>
        </p:spPr>
      </p:pic>
      <p:sp>
        <p:nvSpPr>
          <p:cNvPr id="27" name="PlaceHolder 1"/>
          <p:cNvSpPr>
            <a:spLocks noGrp="1"/>
          </p:cNvSpPr>
          <p:nvPr>
            <p:ph type="title"/>
          </p:nvPr>
        </p:nvSpPr>
        <p:spPr>
          <a:xfrm>
            <a:off x="228600" y="228600"/>
            <a:ext cx="447588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0">
    <p:bg>
      <p:bgPr>
        <a:solidFill>
          <a:schemeClr val="lt1"/>
        </a:solidFill>
      </p:bgPr>
    </p:bg>
    <p:spTree>
      <p:nvGrpSpPr>
        <p:cNvPr id="1" name=""/>
        <p:cNvGrpSpPr/>
        <p:nvPr/>
      </p:nvGrpSpPr>
      <p:grpSpPr>
        <a:xfrm>
          <a:off x="0" y="0"/>
          <a:ext cx="0" cy="0"/>
          <a:chOff x="0" y="0"/>
          <a:chExt cx="0" cy="0"/>
        </a:xfrm>
      </p:grpSpPr>
      <p:sp>
        <p:nvSpPr>
          <p:cNvPr id="28" name="Google Shape;99;p18"/>
          <p:cNvSpPr/>
          <p:nvPr/>
        </p:nvSpPr>
        <p:spPr>
          <a:xfrm>
            <a:off x="-3257640" y="3644280"/>
            <a:ext cx="4763880" cy="4763880"/>
          </a:xfrm>
          <a:prstGeom prst="ellipse">
            <a:avLst/>
          </a:prstGeom>
          <a:noFill/>
          <a:ln w="9525">
            <a:solidFill>
              <a:srgbClr val="fff5e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pic>
        <p:nvPicPr>
          <p:cNvPr id="29" name="Google Shape;100;p18" descr=""/>
          <p:cNvPicPr/>
          <p:nvPr/>
        </p:nvPicPr>
        <p:blipFill>
          <a:blip r:embed="rId2"/>
          <a:srcRect l="1030" t="3591" r="92862" b="2908"/>
          <a:stretch/>
        </p:blipFill>
        <p:spPr>
          <a:xfrm>
            <a:off x="173880" y="167040"/>
            <a:ext cx="442440" cy="4808880"/>
          </a:xfrm>
          <a:prstGeom prst="rect">
            <a:avLst/>
          </a:prstGeom>
          <a:noFill/>
          <a:ln w="0">
            <a:noFill/>
          </a:ln>
        </p:spPr>
      </p:pic>
      <p:sp>
        <p:nvSpPr>
          <p:cNvPr id="30" name="PlaceHolder 1"/>
          <p:cNvSpPr>
            <a:spLocks noGrp="1"/>
          </p:cNvSpPr>
          <p:nvPr>
            <p:ph type="title"/>
          </p:nvPr>
        </p:nvSpPr>
        <p:spPr>
          <a:xfrm>
            <a:off x="228600" y="228600"/>
            <a:ext cx="3256920" cy="66672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
    <p:bg>
      <p:bgPr>
        <a:solidFill>
          <a:schemeClr val="lt1"/>
        </a:solidFill>
      </p:bgPr>
    </p:bg>
    <p:spTree>
      <p:nvGrpSpPr>
        <p:cNvPr id="1" name=""/>
        <p:cNvGrpSpPr/>
        <p:nvPr/>
      </p:nvGrpSpPr>
      <p:grpSpPr>
        <a:xfrm>
          <a:off x="0" y="0"/>
          <a:ext cx="0" cy="0"/>
          <a:chOff x="0" y="0"/>
          <a:chExt cx="0" cy="0"/>
        </a:xfrm>
      </p:grpSpPr>
      <p:sp>
        <p:nvSpPr>
          <p:cNvPr id="31" name="Google Shape;103;p19"/>
          <p:cNvSpPr/>
          <p:nvPr/>
        </p:nvSpPr>
        <p:spPr>
          <a:xfrm>
            <a:off x="4689000" y="3884400"/>
            <a:ext cx="4763880" cy="4763880"/>
          </a:xfrm>
          <a:prstGeom prst="ellipse">
            <a:avLst/>
          </a:prstGeom>
          <a:noFill/>
          <a:ln w="9525">
            <a:solidFill>
              <a:srgbClr val="fff5e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pic>
        <p:nvPicPr>
          <p:cNvPr id="32" name="Google Shape;104;p19" descr=""/>
          <p:cNvPicPr/>
          <p:nvPr/>
        </p:nvPicPr>
        <p:blipFill>
          <a:blip r:embed="rId2"/>
          <a:srcRect l="16965" t="3591" r="30236" b="2908"/>
          <a:stretch/>
        </p:blipFill>
        <p:spPr>
          <a:xfrm>
            <a:off x="5135400" y="167040"/>
            <a:ext cx="3834360" cy="4808880"/>
          </a:xfrm>
          <a:prstGeom prst="rect">
            <a:avLst/>
          </a:prstGeom>
          <a:noFill/>
          <a:ln w="0">
            <a:noFill/>
          </a:ln>
        </p:spPr>
      </p:pic>
      <p:sp>
        <p:nvSpPr>
          <p:cNvPr id="33" name="PlaceHolder 1"/>
          <p:cNvSpPr>
            <a:spLocks noGrp="1"/>
          </p:cNvSpPr>
          <p:nvPr>
            <p:ph type="title"/>
          </p:nvPr>
        </p:nvSpPr>
        <p:spPr>
          <a:xfrm>
            <a:off x="5184720" y="454320"/>
            <a:ext cx="3713760" cy="1729080"/>
          </a:xfrm>
          <a:prstGeom prst="rect">
            <a:avLst/>
          </a:prstGeom>
          <a:noFill/>
          <a:ln w="0">
            <a:noFill/>
          </a:ln>
        </p:spPr>
        <p:txBody>
          <a:bodyPr lIns="91440" rIns="91440" tIns="91440" bIns="91440" anchor="b">
            <a:noAutofit/>
          </a:bodyPr>
          <a:p>
            <a:pPr indent="0">
              <a:buNone/>
            </a:pPr>
            <a:r>
              <a:rPr b="0" lang="fr-FR" sz="7300" strike="noStrike" u="none">
                <a:solidFill>
                  <a:schemeClr val="dk1"/>
                </a:solidFill>
                <a:effectLst/>
                <a:uFillTx/>
                <a:latin typeface="Arial"/>
              </a:rPr>
              <a:t>Click to edit the title text format</a:t>
            </a:r>
            <a:endParaRPr b="0" lang="fr-FR" sz="7300" strike="noStrike" u="none">
              <a:solidFill>
                <a:schemeClr val="dk1"/>
              </a:solidFill>
              <a:effectLst/>
              <a:uFillTx/>
              <a:latin typeface="Arial"/>
            </a:endParaRPr>
          </a:p>
        </p:txBody>
      </p:sp>
      <p:sp>
        <p:nvSpPr>
          <p:cNvPr id="34" name="Google Shape;107;p19"/>
          <p:cNvSpPr/>
          <p:nvPr/>
        </p:nvSpPr>
        <p:spPr>
          <a:xfrm>
            <a:off x="239040" y="3899520"/>
            <a:ext cx="4945320" cy="555840"/>
          </a:xfrm>
          <a:prstGeom prst="rect">
            <a:avLst/>
          </a:prstGeom>
          <a:noFill/>
          <a:ln w="0">
            <a:noFill/>
          </a:ln>
        </p:spPr>
        <p:style>
          <a:lnRef idx="0"/>
          <a:fillRef idx="0"/>
          <a:effectRef idx="0"/>
          <a:fontRef idx="minor"/>
        </p:style>
        <p:txBody>
          <a:bodyPr tIns="91440" bIns="91440" anchor="t">
            <a:noAutofit/>
          </a:bodyPr>
          <a:p>
            <a:pPr defTabSz="914400">
              <a:lnSpc>
                <a:spcPct val="100000"/>
              </a:lnSpc>
              <a:spcBef>
                <a:spcPts val="300"/>
              </a:spcBef>
              <a:tabLst>
                <a:tab algn="l" pos="0"/>
              </a:tabLst>
            </a:pPr>
            <a:r>
              <a:rPr b="1" lang="en" sz="1000" strike="noStrike" u="none">
                <a:solidFill>
                  <a:schemeClr val="dk1"/>
                </a:solidFill>
                <a:effectLst/>
                <a:uFillTx/>
                <a:latin typeface="Anaheim"/>
                <a:ea typeface="Anaheim"/>
              </a:rPr>
              <a:t>CREDITS:</a:t>
            </a:r>
            <a:r>
              <a:rPr b="0" lang="en" sz="1000" strike="noStrike" u="none">
                <a:solidFill>
                  <a:schemeClr val="dk1"/>
                </a:solidFill>
                <a:effectLst/>
                <a:uFillTx/>
                <a:latin typeface="Anaheim"/>
                <a:ea typeface="Anaheim"/>
              </a:rPr>
              <a:t> This presentation template was created by </a:t>
            </a:r>
            <a:r>
              <a:rPr b="1" lang="en" sz="1000" strike="noStrike" u="sng">
                <a:solidFill>
                  <a:schemeClr val="hlink"/>
                </a:solidFill>
                <a:effectLst/>
                <a:uFillTx/>
                <a:latin typeface="Anaheim"/>
                <a:ea typeface="Anaheim"/>
                <a:hlinkClick r:id="rId3"/>
              </a:rPr>
              <a:t>Slidesgo</a:t>
            </a:r>
            <a:r>
              <a:rPr b="0" lang="en" sz="1000" strike="noStrike" u="none">
                <a:solidFill>
                  <a:schemeClr val="dk1"/>
                </a:solidFill>
                <a:effectLst/>
                <a:uFillTx/>
                <a:latin typeface="Anaheim"/>
                <a:ea typeface="Anaheim"/>
              </a:rPr>
              <a:t>, and includes icons, infographics &amp; images by </a:t>
            </a:r>
            <a:r>
              <a:rPr b="1" lang="en" sz="1000" strike="noStrike" u="sng">
                <a:solidFill>
                  <a:schemeClr val="dk1"/>
                </a:solidFill>
                <a:effectLst/>
                <a:uFillTx/>
                <a:latin typeface="Anaheim"/>
                <a:ea typeface="Anaheim"/>
                <a:hlinkClick r:id="rId4"/>
              </a:rPr>
              <a:t>Freepik</a:t>
            </a:r>
            <a:r>
              <a:rPr b="0" lang="en" sz="1000" strike="noStrike" u="sng">
                <a:solidFill>
                  <a:schemeClr val="dk1"/>
                </a:solidFill>
                <a:effectLst/>
                <a:uFillTx/>
                <a:latin typeface="Anaheim"/>
                <a:ea typeface="Anaheim"/>
              </a:rPr>
              <a:t> </a:t>
            </a:r>
            <a:endParaRPr b="0" lang="en-US" sz="1000" strike="noStrike" u="none">
              <a:solidFill>
                <a:srgbClr val="ffffff"/>
              </a:solidFill>
              <a:effectLst/>
              <a:uFillTx/>
              <a:latin typeface="OpenSymbo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
    <p:bg>
      <p:bgPr>
        <a:solidFill>
          <a:schemeClr val="lt1"/>
        </a:solidFill>
      </p:bgPr>
    </p:bg>
    <p:spTree>
      <p:nvGrpSpPr>
        <p:cNvPr id="1" name=""/>
        <p:cNvGrpSpPr/>
        <p:nvPr/>
      </p:nvGrpSpPr>
      <p:grpSpPr>
        <a:xfrm>
          <a:off x="0" y="0"/>
          <a:ext cx="0" cy="0"/>
          <a:chOff x="0" y="0"/>
          <a:chExt cx="0" cy="0"/>
        </a:xfrm>
      </p:grpSpPr>
      <p:sp>
        <p:nvSpPr>
          <p:cNvPr id="35" name="Google Shape;109;p20"/>
          <p:cNvSpPr/>
          <p:nvPr/>
        </p:nvSpPr>
        <p:spPr>
          <a:xfrm>
            <a:off x="2189880" y="-3694680"/>
            <a:ext cx="4763880" cy="4763880"/>
          </a:xfrm>
          <a:prstGeom prst="ellipse">
            <a:avLst/>
          </a:prstGeom>
          <a:noFill/>
          <a:ln w="9525">
            <a:solidFill>
              <a:srgbClr val="fff5e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pic>
        <p:nvPicPr>
          <p:cNvPr id="36" name="Google Shape;110;p20" descr=""/>
          <p:cNvPicPr/>
          <p:nvPr/>
        </p:nvPicPr>
        <p:blipFill>
          <a:blip r:embed="rId2"/>
          <a:srcRect l="1028" t="3591" r="38467" b="2908"/>
          <a:stretch/>
        </p:blipFill>
        <p:spPr>
          <a:xfrm>
            <a:off x="177480" y="167040"/>
            <a:ext cx="4394160" cy="4808880"/>
          </a:xfrm>
          <a:prstGeom prst="rect">
            <a:avLst/>
          </a:prstGeom>
          <a:noFill/>
          <a:ln w="0">
            <a:noFill/>
          </a:ln>
        </p:spPr>
      </p:pic>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lt1"/>
        </a:solidFill>
      </p:bgPr>
    </p:bg>
    <p:spTree>
      <p:nvGrpSpPr>
        <p:cNvPr id="1" name=""/>
        <p:cNvGrpSpPr/>
        <p:nvPr/>
      </p:nvGrpSpPr>
      <p:grpSpPr>
        <a:xfrm>
          <a:off x="0" y="0"/>
          <a:ext cx="0" cy="0"/>
          <a:chOff x="0" y="0"/>
          <a:chExt cx="0" cy="0"/>
        </a:xfrm>
      </p:grpSpPr>
      <p:sp>
        <p:nvSpPr>
          <p:cNvPr id="37" name="Google Shape;14;p3"/>
          <p:cNvSpPr/>
          <p:nvPr/>
        </p:nvSpPr>
        <p:spPr>
          <a:xfrm>
            <a:off x="2189880" y="4082760"/>
            <a:ext cx="4763880" cy="4763880"/>
          </a:xfrm>
          <a:prstGeom prst="ellipse">
            <a:avLst/>
          </a:prstGeom>
          <a:noFill/>
          <a:ln w="9525">
            <a:solidFill>
              <a:srgbClr val="fff5e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pic>
        <p:nvPicPr>
          <p:cNvPr id="38" name="Google Shape;15;p3" descr=""/>
          <p:cNvPicPr/>
          <p:nvPr/>
        </p:nvPicPr>
        <p:blipFill>
          <a:blip r:embed="rId2"/>
          <a:srcRect l="10335" t="3591" r="38467" b="2908"/>
          <a:stretch/>
        </p:blipFill>
        <p:spPr>
          <a:xfrm>
            <a:off x="5248080" y="167040"/>
            <a:ext cx="3718440" cy="4808880"/>
          </a:xfrm>
          <a:prstGeom prst="rect">
            <a:avLst/>
          </a:prstGeom>
          <a:noFill/>
          <a:ln w="0">
            <a:noFill/>
          </a:ln>
        </p:spPr>
      </p:pic>
      <p:sp>
        <p:nvSpPr>
          <p:cNvPr id="39" name="PlaceHolder 1"/>
          <p:cNvSpPr>
            <a:spLocks noGrp="1"/>
          </p:cNvSpPr>
          <p:nvPr>
            <p:ph type="title"/>
          </p:nvPr>
        </p:nvSpPr>
        <p:spPr>
          <a:xfrm>
            <a:off x="507600" y="1628640"/>
            <a:ext cx="5183640" cy="1886040"/>
          </a:xfrm>
          <a:prstGeom prst="rect">
            <a:avLst/>
          </a:prstGeom>
          <a:noFill/>
          <a:ln w="0">
            <a:noFill/>
          </a:ln>
        </p:spPr>
        <p:txBody>
          <a:bodyPr lIns="91440" rIns="91440" tIns="91440" bIns="91440" anchor="t">
            <a:noAutofit/>
          </a:bodyPr>
          <a:p>
            <a:pPr indent="0">
              <a:buNone/>
            </a:pPr>
            <a:r>
              <a:rPr b="0" lang="fr-FR" sz="5400" strike="noStrike" u="none">
                <a:solidFill>
                  <a:schemeClr val="dk1"/>
                </a:solidFill>
                <a:effectLst/>
                <a:uFillTx/>
                <a:latin typeface="Arial"/>
              </a:rPr>
              <a:t>Click to edit the title text format</a:t>
            </a:r>
            <a:endParaRPr b="0" lang="fr-FR" sz="5400" strike="noStrike" u="none">
              <a:solidFill>
                <a:schemeClr val="dk1"/>
              </a:solidFill>
              <a:effectLst/>
              <a:uFillTx/>
              <a:latin typeface="Arial"/>
            </a:endParaRPr>
          </a:p>
        </p:txBody>
      </p:sp>
      <p:sp>
        <p:nvSpPr>
          <p:cNvPr id="40" name="PlaceHolder 2"/>
          <p:cNvSpPr>
            <a:spLocks noGrp="1"/>
          </p:cNvSpPr>
          <p:nvPr>
            <p:ph type="title"/>
          </p:nvPr>
        </p:nvSpPr>
        <p:spPr>
          <a:xfrm>
            <a:off x="6340320" y="1919880"/>
            <a:ext cx="1335960" cy="1303560"/>
          </a:xfrm>
          <a:prstGeom prst="rect">
            <a:avLst/>
          </a:prstGeom>
          <a:noFill/>
          <a:ln w="0">
            <a:noFill/>
          </a:ln>
        </p:spPr>
        <p:txBody>
          <a:bodyPr lIns="91440" rIns="91440" tIns="91440" bIns="91440" anchor="b">
            <a:noAutofit/>
          </a:bodyPr>
          <a:p>
            <a:pPr indent="0">
              <a:lnSpc>
                <a:spcPct val="70000"/>
              </a:lnSpc>
              <a:buNone/>
            </a:pPr>
            <a:r>
              <a:rPr b="1" lang="fr-FR" sz="8000" strike="noStrike" u="none">
                <a:solidFill>
                  <a:schemeClr val="dk1"/>
                </a:solidFill>
                <a:effectLst/>
                <a:uFillTx/>
                <a:latin typeface="Bricolage Grotesque"/>
                <a:ea typeface="Bricolage Grotesque"/>
              </a:rPr>
              <a:t>xx%</a:t>
            </a:r>
            <a:endParaRPr b="0" lang="fr-FR" sz="8000" strike="noStrike" u="none">
              <a:solidFill>
                <a:schemeClr val="dk1"/>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_1">
    <p:bg>
      <p:bgPr>
        <a:solidFill>
          <a:schemeClr val="lt1"/>
        </a:solidFill>
      </p:bgPr>
    </p:bg>
    <p:spTree>
      <p:nvGrpSpPr>
        <p:cNvPr id="1" name=""/>
        <p:cNvGrpSpPr/>
        <p:nvPr/>
      </p:nvGrpSpPr>
      <p:grpSpPr>
        <a:xfrm>
          <a:off x="0" y="0"/>
          <a:ext cx="0" cy="0"/>
          <a:chOff x="0" y="0"/>
          <a:chExt cx="0" cy="0"/>
        </a:xfrm>
      </p:grpSpPr>
      <p:sp>
        <p:nvSpPr>
          <p:cNvPr id="41" name="Google Shape;112;p21"/>
          <p:cNvSpPr/>
          <p:nvPr/>
        </p:nvSpPr>
        <p:spPr>
          <a:xfrm>
            <a:off x="2189880" y="3437280"/>
            <a:ext cx="4763880" cy="4763880"/>
          </a:xfrm>
          <a:prstGeom prst="ellipse">
            <a:avLst/>
          </a:prstGeom>
          <a:noFill/>
          <a:ln w="9525">
            <a:solidFill>
              <a:srgbClr val="fff5e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pic>
        <p:nvPicPr>
          <p:cNvPr id="42" name="Google Shape;113;p21" descr=""/>
          <p:cNvPicPr/>
          <p:nvPr/>
        </p:nvPicPr>
        <p:blipFill>
          <a:blip r:embed="rId2"/>
          <a:srcRect l="10335" t="3591" r="38467" b="2908"/>
          <a:stretch/>
        </p:blipFill>
        <p:spPr>
          <a:xfrm>
            <a:off x="5248080" y="167040"/>
            <a:ext cx="3718440" cy="4808880"/>
          </a:xfrm>
          <a:prstGeom prst="rect">
            <a:avLst/>
          </a:prstGeom>
          <a:noFill/>
          <a:ln w="0">
            <a:noFill/>
          </a:ln>
        </p:spPr>
      </p:pic>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lt1"/>
        </a:solidFill>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228600" y="228600"/>
            <a:ext cx="770364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
        <p:nvSpPr>
          <p:cNvPr id="44" name="PlaceHolder 2"/>
          <p:cNvSpPr>
            <a:spLocks noGrp="1"/>
          </p:cNvSpPr>
          <p:nvPr>
            <p:ph type="body"/>
          </p:nvPr>
        </p:nvSpPr>
        <p:spPr>
          <a:xfrm>
            <a:off x="228600" y="999360"/>
            <a:ext cx="7703640" cy="3416040"/>
          </a:xfrm>
          <a:prstGeom prst="rect">
            <a:avLst/>
          </a:prstGeom>
          <a:noFill/>
          <a:ln w="0">
            <a:noFill/>
          </a:ln>
        </p:spPr>
        <p:txBody>
          <a:bodyPr lIns="91440" rIns="91440" tIns="91440" bIns="91440" anchor="t">
            <a:noAutofit/>
          </a:bodyPr>
          <a:p>
            <a:pPr marL="432000" indent="-324000">
              <a:spcBef>
                <a:spcPts val="1417"/>
              </a:spcBef>
              <a:buClr>
                <a:srgbClr val="ffffff"/>
              </a:buClr>
              <a:buSzPct val="45000"/>
              <a:buFont typeface="Wingdings" charset="2"/>
              <a:buChar char=""/>
            </a:pPr>
            <a:r>
              <a:rPr b="0" lang="fr-FR" sz="1200" strike="noStrike" u="none">
                <a:solidFill>
                  <a:srgbClr val="000000"/>
                </a:solidFill>
                <a:effectLst/>
                <a:uFillTx/>
                <a:latin typeface="Arial"/>
              </a:rPr>
              <a:t>Click to edit the outline text format</a:t>
            </a:r>
            <a:endParaRPr b="0" lang="fr-FR" sz="12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200" strike="noStrike" u="none">
                <a:solidFill>
                  <a:srgbClr val="000000"/>
                </a:solidFill>
                <a:effectLst/>
                <a:uFillTx/>
                <a:latin typeface="Arial"/>
              </a:rPr>
              <a:t>Second Outline Level</a:t>
            </a:r>
            <a:endParaRPr b="0" lang="fr-FR" sz="12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200" strike="noStrike" u="none">
                <a:solidFill>
                  <a:srgbClr val="000000"/>
                </a:solidFill>
                <a:effectLst/>
                <a:uFillTx/>
                <a:latin typeface="Arial"/>
              </a:rPr>
              <a:t>Third Outline Level</a:t>
            </a:r>
            <a:endParaRPr b="0" lang="fr-FR" sz="12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200" strike="noStrike" u="none">
                <a:solidFill>
                  <a:srgbClr val="000000"/>
                </a:solidFill>
                <a:effectLst/>
                <a:uFillTx/>
                <a:latin typeface="Arial"/>
              </a:rPr>
              <a:t>Fourth Outline Level</a:t>
            </a:r>
            <a:endParaRPr b="0" lang="fr-FR" sz="12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200" strike="noStrike" u="none">
                <a:solidFill>
                  <a:srgbClr val="000000"/>
                </a:solidFill>
                <a:effectLst/>
                <a:uFillTx/>
                <a:latin typeface="Arial"/>
              </a:rPr>
              <a:t>Fifth Outline Level</a:t>
            </a:r>
            <a:endParaRPr b="0" lang="fr-FR" sz="12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200" strike="noStrike" u="none">
                <a:solidFill>
                  <a:srgbClr val="000000"/>
                </a:solidFill>
                <a:effectLst/>
                <a:uFillTx/>
                <a:latin typeface="Arial"/>
              </a:rPr>
              <a:t>Sixth Outline Level</a:t>
            </a:r>
            <a:endParaRPr b="0" lang="fr-FR" sz="12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200" strike="noStrike" u="none">
                <a:solidFill>
                  <a:srgbClr val="000000"/>
                </a:solidFill>
                <a:effectLst/>
                <a:uFillTx/>
                <a:latin typeface="Arial"/>
              </a:rPr>
              <a:t>Seventh Outline Level</a:t>
            </a:r>
            <a:endParaRPr b="0" lang="fr-FR" sz="1200" strike="noStrike" u="none">
              <a:solidFill>
                <a:srgbClr val="000000"/>
              </a:solidFill>
              <a:effectLst/>
              <a:uFillTx/>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bg>
      <p:bgPr>
        <a:solidFill>
          <a:schemeClr val="lt1"/>
        </a:solidFill>
      </p:bgPr>
    </p:bg>
    <p:spTree>
      <p:nvGrpSpPr>
        <p:cNvPr id="1" name=""/>
        <p:cNvGrpSpPr/>
        <p:nvPr/>
      </p:nvGrpSpPr>
      <p:grpSpPr>
        <a:xfrm>
          <a:off x="0" y="0"/>
          <a:ext cx="0" cy="0"/>
          <a:chOff x="0" y="0"/>
          <a:chExt cx="0" cy="0"/>
        </a:xfrm>
      </p:grpSpPr>
      <p:pic>
        <p:nvPicPr>
          <p:cNvPr id="45" name="Google Shape;22;p5" descr=""/>
          <p:cNvPicPr/>
          <p:nvPr/>
        </p:nvPicPr>
        <p:blipFill>
          <a:blip r:embed="rId2"/>
          <a:srcRect l="1030" t="3591" r="72640" b="2908"/>
          <a:stretch/>
        </p:blipFill>
        <p:spPr>
          <a:xfrm>
            <a:off x="173880" y="167040"/>
            <a:ext cx="1911600" cy="4808880"/>
          </a:xfrm>
          <a:prstGeom prst="rect">
            <a:avLst/>
          </a:prstGeom>
          <a:noFill/>
          <a:ln w="0">
            <a:noFill/>
          </a:ln>
        </p:spPr>
      </p:pic>
      <p:sp>
        <p:nvSpPr>
          <p:cNvPr id="46" name="PlaceHolder 1"/>
          <p:cNvSpPr>
            <a:spLocks noGrp="1"/>
          </p:cNvSpPr>
          <p:nvPr>
            <p:ph type="title"/>
          </p:nvPr>
        </p:nvSpPr>
        <p:spPr>
          <a:xfrm>
            <a:off x="228600" y="226440"/>
            <a:ext cx="4557960" cy="65844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pic>
        <p:nvPicPr>
          <p:cNvPr id="47" name="Google Shape;29;p6" descr=""/>
          <p:cNvPicPr/>
          <p:nvPr/>
        </p:nvPicPr>
        <p:blipFill>
          <a:blip r:embed="rId2"/>
          <a:srcRect l="1030" t="3591" r="92862" b="2908"/>
          <a:stretch/>
        </p:blipFill>
        <p:spPr>
          <a:xfrm>
            <a:off x="8523720" y="167040"/>
            <a:ext cx="442440" cy="4808880"/>
          </a:xfrm>
          <a:prstGeom prst="rect">
            <a:avLst/>
          </a:prstGeom>
          <a:noFill/>
          <a:ln w="0">
            <a:noFill/>
          </a:ln>
        </p:spPr>
      </p:pic>
      <p:sp>
        <p:nvSpPr>
          <p:cNvPr id="48" name="Google Shape;30;p6"/>
          <p:cNvSpPr/>
          <p:nvPr/>
        </p:nvSpPr>
        <p:spPr>
          <a:xfrm>
            <a:off x="-2153520" y="-3996720"/>
            <a:ext cx="4763880" cy="4763880"/>
          </a:xfrm>
          <a:prstGeom prst="ellipse">
            <a:avLst/>
          </a:prstGeom>
          <a:noFill/>
          <a:ln w="9525">
            <a:solidFill>
              <a:srgbClr val="fff5e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9" name="PlaceHolder 1"/>
          <p:cNvSpPr>
            <a:spLocks noGrp="1"/>
          </p:cNvSpPr>
          <p:nvPr>
            <p:ph type="title"/>
          </p:nvPr>
        </p:nvSpPr>
        <p:spPr>
          <a:xfrm>
            <a:off x="5329800" y="228600"/>
            <a:ext cx="3584880" cy="66672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bg>
      <p:bgPr>
        <a:solidFill>
          <a:schemeClr val="lt1"/>
        </a:soli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720000" y="444960"/>
            <a:ext cx="476352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bg>
      <p:bgPr>
        <a:solidFill>
          <a:schemeClr val="lt1"/>
        </a:solidFill>
      </p:bgPr>
    </p:bg>
    <p:spTree>
      <p:nvGrpSpPr>
        <p:cNvPr id="1" name=""/>
        <p:cNvGrpSpPr/>
        <p:nvPr/>
      </p:nvGrpSpPr>
      <p:grpSpPr>
        <a:xfrm>
          <a:off x="0" y="0"/>
          <a:ext cx="0" cy="0"/>
          <a:chOff x="0" y="0"/>
          <a:chExt cx="0" cy="0"/>
        </a:xfrm>
      </p:grpSpPr>
      <p:sp>
        <p:nvSpPr>
          <p:cNvPr id="51" name="PlaceHolder 1"/>
          <p:cNvSpPr>
            <a:spLocks noGrp="1"/>
          </p:cNvSpPr>
          <p:nvPr>
            <p:ph type="title"/>
          </p:nvPr>
        </p:nvSpPr>
        <p:spPr>
          <a:xfrm>
            <a:off x="1768680" y="1307160"/>
            <a:ext cx="5606640" cy="2529000"/>
          </a:xfrm>
          <a:prstGeom prst="rect">
            <a:avLst/>
          </a:prstGeom>
          <a:noFill/>
          <a:ln w="0">
            <a:noFill/>
          </a:ln>
        </p:spPr>
        <p:txBody>
          <a:bodyPr lIns="91440" rIns="91440" tIns="91440" bIns="91440" anchor="ctr">
            <a:noAutofit/>
          </a:bodyPr>
          <a:p>
            <a:pPr indent="0">
              <a:buNone/>
            </a:pPr>
            <a:r>
              <a:rPr b="0" lang="fr-FR" sz="6000" strike="noStrike" u="none">
                <a:solidFill>
                  <a:schemeClr val="dk1"/>
                </a:solidFill>
                <a:effectLst/>
                <a:uFillTx/>
                <a:latin typeface="Arial"/>
              </a:rPr>
              <a:t>Click to edit the title text format</a:t>
            </a:r>
            <a:endParaRPr b="0" lang="fr-FR" sz="6000" strike="noStrike" u="none">
              <a:solidFill>
                <a:schemeClr val="dk1"/>
              </a:solidFill>
              <a:effectLst/>
              <a:uFillTx/>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bg>
      <p:bgPr>
        <a:solidFill>
          <a:schemeClr val="lt1"/>
        </a:solidFill>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2135520" y="1441800"/>
            <a:ext cx="4872600" cy="1186920"/>
          </a:xfrm>
          <a:prstGeom prst="rect">
            <a:avLst/>
          </a:prstGeom>
          <a:noFill/>
          <a:ln w="0">
            <a:noFill/>
          </a:ln>
        </p:spPr>
        <p:txBody>
          <a:bodyPr lIns="91440" rIns="91440" tIns="91440" bIns="91440" anchor="b">
            <a:noAutofit/>
          </a:bodyPr>
          <a:p>
            <a:pPr indent="0">
              <a:buNone/>
            </a:pPr>
            <a:r>
              <a:rPr b="0" lang="fr-FR" sz="6000" strike="noStrike" u="none">
                <a:solidFill>
                  <a:schemeClr val="dk1"/>
                </a:solidFill>
                <a:effectLst/>
                <a:uFillTx/>
                <a:latin typeface="Arial"/>
              </a:rPr>
              <a:t>Click to edit the title text format</a:t>
            </a:r>
            <a:endParaRPr b="0" lang="fr-FR" sz="6000" strike="noStrike" u="none">
              <a:solidFill>
                <a:schemeClr val="dk1"/>
              </a:solidFill>
              <a:effectLst/>
              <a:uFillTx/>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bg>
      <p:bgPr>
        <a:solidFill>
          <a:schemeClr val="lt1"/>
        </a:solidFill>
      </p:bgPr>
    </p:bg>
    <p:spTree>
      <p:nvGrpSpPr>
        <p:cNvPr id="1" name=""/>
        <p:cNvGrpSpPr/>
        <p:nvPr/>
      </p:nvGrpSpPr>
      <p:grpSpPr>
        <a:xfrm>
          <a:off x="0" y="0"/>
          <a:ext cx="0" cy="0"/>
          <a:chOff x="0" y="0"/>
          <a:chExt cx="0" cy="0"/>
        </a:xfrm>
      </p:grpSpPr>
      <p:sp>
        <p:nvSpPr>
          <p:cNvPr id="53" name="PlaceHolder 1"/>
          <p:cNvSpPr>
            <a:spLocks noGrp="1"/>
          </p:cNvSpPr>
          <p:nvPr>
            <p:ph type="body"/>
          </p:nvPr>
        </p:nvSpPr>
        <p:spPr>
          <a:xfrm>
            <a:off x="0" y="0"/>
            <a:ext cx="9143640" cy="5143320"/>
          </a:xfrm>
          <a:prstGeom prst="rect">
            <a:avLst/>
          </a:prstGeom>
          <a:noFill/>
          <a:ln w="0">
            <a:noFill/>
          </a:ln>
        </p:spPr>
        <p:txBody>
          <a:bodyPr lIns="90000" rIns="90000" tIns="45000" bIns="45000" anchor="t">
            <a:normAutofit/>
          </a:bodyPr>
          <a:p>
            <a:pPr marL="432000" indent="-324000">
              <a:spcBef>
                <a:spcPts val="1417"/>
              </a:spcBef>
              <a:buClr>
                <a:srgbClr val="ffffff"/>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
        <p:nvSpPr>
          <p:cNvPr id="54" name="PlaceHolder 2"/>
          <p:cNvSpPr>
            <a:spLocks noGrp="1"/>
          </p:cNvSpPr>
          <p:nvPr>
            <p:ph type="title"/>
          </p:nvPr>
        </p:nvSpPr>
        <p:spPr>
          <a:xfrm>
            <a:off x="720000" y="4014360"/>
            <a:ext cx="7703640" cy="572400"/>
          </a:xfrm>
          <a:prstGeom prst="rect">
            <a:avLst/>
          </a:prstGeom>
          <a:solidFill>
            <a:schemeClr val="lt2"/>
          </a:solidFill>
          <a:ln w="0">
            <a:noFill/>
          </a:ln>
        </p:spPr>
        <p:txBody>
          <a:bodyPr lIns="91440" rIns="91440" tIns="91440" bIns="91440" anchor="t">
            <a:noAutofit/>
          </a:bodyPr>
          <a:p>
            <a:pPr indent="0">
              <a:buNone/>
            </a:pPr>
            <a:r>
              <a:rPr b="0" lang="fr-FR" sz="2500" strike="noStrike" u="none">
                <a:solidFill>
                  <a:schemeClr val="dk1"/>
                </a:solidFill>
                <a:effectLst/>
                <a:uFillTx/>
                <a:latin typeface="Arial"/>
              </a:rPr>
              <a:t>Click to edit the title text format</a:t>
            </a:r>
            <a:endParaRPr b="0" lang="fr-FR" sz="2500" strike="noStrike" u="none">
              <a:solidFill>
                <a:schemeClr val="dk1"/>
              </a:solidFill>
              <a:effectLst/>
              <a:uFillTx/>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bg>
      <p:bgPr>
        <a:solidFill>
          <a:schemeClr val="dk1"/>
        </a:solidFill>
      </p:bgPr>
    </p:bg>
    <p:spTree>
      <p:nvGrpSpPr>
        <p:cNvPr id="1" name=""/>
        <p:cNvGrpSpPr/>
        <p:nvPr/>
      </p:nvGrpSpPr>
      <p:grpSpPr>
        <a:xfrm>
          <a:off x="0" y="0"/>
          <a:ext cx="0" cy="0"/>
          <a:chOff x="0" y="0"/>
          <a:chExt cx="0" cy="0"/>
        </a:xfrm>
      </p:grpSpPr>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
    <p:bg>
      <p:bgPr>
        <a:solidFill>
          <a:schemeClr val="dk1"/>
        </a:solidFill>
      </p:bgPr>
    </p:bg>
    <p:spTree>
      <p:nvGrpSpPr>
        <p:cNvPr id="1" name=""/>
        <p:cNvGrpSpPr/>
        <p:nvPr/>
      </p:nvGrpSpPr>
      <p:grpSpPr>
        <a:xfrm>
          <a:off x="0" y="0"/>
          <a:ext cx="0" cy="0"/>
          <a:chOff x="0" y="0"/>
          <a:chExt cx="0" cy="0"/>
        </a:xfrm>
      </p:grpSpPr>
      <p:sp>
        <p:nvSpPr>
          <p:cNvPr id="55" name="Google Shape;119;p24"/>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6" name="PlaceHolder 1"/>
          <p:cNvSpPr>
            <a:spLocks noGrp="1"/>
          </p:cNvSpPr>
          <p:nvPr>
            <p:ph type="title"/>
          </p:nvPr>
        </p:nvSpPr>
        <p:spPr>
          <a:xfrm>
            <a:off x="713160" y="539640"/>
            <a:ext cx="771732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_1">
    <p:bg>
      <p:bgPr>
        <a:solidFill>
          <a:schemeClr val="dk1"/>
        </a:solidFill>
      </p:bgPr>
    </p:bg>
    <p:spTree>
      <p:nvGrpSpPr>
        <p:cNvPr id="1" name=""/>
        <p:cNvGrpSpPr/>
        <p:nvPr/>
      </p:nvGrpSpPr>
      <p:grpSpPr>
        <a:xfrm>
          <a:off x="0" y="0"/>
          <a:ext cx="0" cy="0"/>
          <a:chOff x="0" y="0"/>
          <a:chExt cx="0" cy="0"/>
        </a:xfrm>
      </p:grpSpPr>
      <p:sp>
        <p:nvSpPr>
          <p:cNvPr id="57" name="Google Shape;122;p25"/>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8" name="PlaceHolder 1"/>
          <p:cNvSpPr>
            <a:spLocks noGrp="1"/>
          </p:cNvSpPr>
          <p:nvPr>
            <p:ph type="title"/>
          </p:nvPr>
        </p:nvSpPr>
        <p:spPr>
          <a:xfrm>
            <a:off x="728640" y="539640"/>
            <a:ext cx="334728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59" name="PlaceHolder 2"/>
          <p:cNvSpPr>
            <a:spLocks noGrp="1"/>
          </p:cNvSpPr>
          <p:nvPr>
            <p:ph type="title"/>
          </p:nvPr>
        </p:nvSpPr>
        <p:spPr>
          <a:xfrm>
            <a:off x="4977720" y="539640"/>
            <a:ext cx="345816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1.xml"/><Relationship Id="rId3" Type="http://schemas.openxmlformats.org/officeDocument/2006/relationships/slideLayout" Target="../slideLayouts/slideLayout22.xml"/><Relationship Id="rId4" Type="http://schemas.openxmlformats.org/officeDocument/2006/relationships/slideLayout" Target="../slideLayouts/slideLayout2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0" r:id="rId2"/>
    <p:sldLayoutId id="2147483671" r:id="rId3"/>
    <p:sldLayoutId id="2147483672"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6.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8.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6.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3.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6.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6.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9.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6.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subTitle"/>
          </p:nvPr>
        </p:nvSpPr>
        <p:spPr>
          <a:xfrm>
            <a:off x="466560" y="2057400"/>
            <a:ext cx="1371240" cy="1028520"/>
          </a:xfrm>
          <a:prstGeom prst="rect">
            <a:avLst/>
          </a:prstGeom>
          <a:noFill/>
          <a:ln w="0">
            <a:noFill/>
          </a:ln>
        </p:spPr>
        <p:txBody>
          <a:bodyPr lIns="91440" rIns="91440" tIns="91440" bIns="91440" anchor="t">
            <a:normAutofit lnSpcReduction="9999"/>
          </a:bodyPr>
          <a:p>
            <a:pPr>
              <a:lnSpc>
                <a:spcPct val="100000"/>
              </a:lnSpc>
              <a:tabLst>
                <a:tab algn="l" pos="0"/>
              </a:tabLst>
            </a:pPr>
            <a:r>
              <a:rPr b="0" lang="en-US" sz="1400" strike="noStrike" u="none">
                <a:solidFill>
                  <a:schemeClr val="dk1"/>
                </a:solidFill>
                <a:effectLst/>
                <a:uFillTx/>
                <a:latin typeface="Anaheim"/>
                <a:ea typeface="Anaheim"/>
              </a:rPr>
              <a:t>Professional Insights on Data Shapes and Visualizations</a:t>
            </a:r>
            <a:endParaRPr b="0" lang="en-US" sz="1400" strike="noStrike" u="none">
              <a:solidFill>
                <a:srgbClr val="ffffff"/>
              </a:solidFill>
              <a:effectLst/>
              <a:uFillTx/>
              <a:latin typeface="OpenSymbol"/>
            </a:endParaRPr>
          </a:p>
        </p:txBody>
      </p:sp>
      <p:sp>
        <p:nvSpPr>
          <p:cNvPr id="61" name="PlaceHolder 2"/>
          <p:cNvSpPr>
            <a:spLocks noGrp="1"/>
          </p:cNvSpPr>
          <p:nvPr>
            <p:ph type="subTitle"/>
          </p:nvPr>
        </p:nvSpPr>
        <p:spPr>
          <a:xfrm>
            <a:off x="228600" y="181080"/>
            <a:ext cx="1076040" cy="361440"/>
          </a:xfrm>
          <a:prstGeom prst="rect">
            <a:avLst/>
          </a:prstGeom>
          <a:noFill/>
          <a:ln w="0">
            <a:noFill/>
          </a:ln>
        </p:spPr>
        <p:txBody>
          <a:bodyPr lIns="91440" rIns="91440" tIns="91440" bIns="91440" anchor="t">
            <a:normAutofit fontScale="62500" lnSpcReduction="19999"/>
          </a:bodyPr>
          <a:p>
            <a:pPr algn="ctr">
              <a:lnSpc>
                <a:spcPct val="100000"/>
              </a:lnSpc>
              <a:tabLst>
                <a:tab algn="l" pos="0"/>
              </a:tabLst>
            </a:pPr>
            <a:r>
              <a:rPr b="0" lang="en-US" sz="1000" strike="noStrike" u="none">
                <a:solidFill>
                  <a:schemeClr val="dk1"/>
                </a:solidFill>
                <a:effectLst/>
                <a:uFillTx/>
                <a:latin typeface="Anaheim"/>
                <a:ea typeface="Anaheim"/>
              </a:rPr>
              <a:t>Professional Insights on Data Shapes and Visualizations</a:t>
            </a:r>
            <a:endParaRPr b="0" lang="en-US" sz="1000" strike="noStrike" u="none">
              <a:solidFill>
                <a:srgbClr val="ffffff"/>
              </a:solidFill>
              <a:effectLst/>
              <a:uFillTx/>
              <a:latin typeface="OpenSymbol"/>
            </a:endParaRPr>
          </a:p>
        </p:txBody>
      </p:sp>
      <p:sp>
        <p:nvSpPr>
          <p:cNvPr id="62" name="PlaceHolder 3"/>
          <p:cNvSpPr>
            <a:spLocks noGrp="1"/>
          </p:cNvSpPr>
          <p:nvPr>
            <p:ph type="subTitle"/>
          </p:nvPr>
        </p:nvSpPr>
        <p:spPr>
          <a:xfrm>
            <a:off x="7800840" y="2390760"/>
            <a:ext cx="875880" cy="361440"/>
          </a:xfrm>
          <a:prstGeom prst="rect">
            <a:avLst/>
          </a:prstGeom>
          <a:noFill/>
          <a:ln w="0">
            <a:noFill/>
          </a:ln>
        </p:spPr>
        <p:txBody>
          <a:bodyPr lIns="91440" rIns="91440" tIns="91440" bIns="91440" anchor="t">
            <a:normAutofit fontScale="40000" lnSpcReduction="19999"/>
          </a:bodyPr>
          <a:p>
            <a:pPr algn="ctr">
              <a:lnSpc>
                <a:spcPct val="100000"/>
              </a:lnSpc>
              <a:tabLst>
                <a:tab algn="l" pos="0"/>
              </a:tabLst>
            </a:pPr>
            <a:r>
              <a:rPr b="0" lang="en-US" sz="1000" strike="noStrike" u="none">
                <a:solidFill>
                  <a:schemeClr val="dk1"/>
                </a:solidFill>
                <a:effectLst/>
                <a:uFillTx/>
                <a:latin typeface="Anaheim"/>
                <a:ea typeface="Anaheim"/>
              </a:rPr>
              <a:t>Professional Insights on Data Shapes and Visualizations</a:t>
            </a:r>
            <a:endParaRPr b="0" lang="en-US" sz="1000" strike="noStrike" u="none">
              <a:solidFill>
                <a:srgbClr val="ffffff"/>
              </a:solidFill>
              <a:effectLst/>
              <a:uFillTx/>
              <a:latin typeface="OpenSymbol"/>
            </a:endParaRPr>
          </a:p>
        </p:txBody>
      </p:sp>
      <p:sp>
        <p:nvSpPr>
          <p:cNvPr id="63" name="PlaceHolder 4"/>
          <p:cNvSpPr>
            <a:spLocks noGrp="1"/>
          </p:cNvSpPr>
          <p:nvPr>
            <p:ph type="title"/>
          </p:nvPr>
        </p:nvSpPr>
        <p:spPr>
          <a:xfrm>
            <a:off x="1571760" y="1714680"/>
            <a:ext cx="6000480" cy="1723680"/>
          </a:xfrm>
          <a:prstGeom prst="rect">
            <a:avLst/>
          </a:prstGeom>
          <a:noFill/>
          <a:ln w="0">
            <a:noFill/>
          </a:ln>
        </p:spPr>
        <p:txBody>
          <a:bodyPr lIns="91440" rIns="91440" tIns="91440" bIns="91440" anchor="b">
            <a:normAutofit/>
          </a:bodyPr>
          <a:p>
            <a:pPr indent="0" algn="ctr">
              <a:lnSpc>
                <a:spcPct val="70000"/>
              </a:lnSpc>
              <a:buNone/>
              <a:tabLst>
                <a:tab algn="l" pos="0"/>
              </a:tabLst>
            </a:pPr>
            <a:r>
              <a:rPr b="0" lang="en-US" sz="6800" strike="noStrike" u="none">
                <a:solidFill>
                  <a:schemeClr val="dk1"/>
                </a:solidFill>
                <a:effectLst/>
                <a:uFillTx/>
                <a:latin typeface="Bricolage Grotesque Medium"/>
                <a:ea typeface="Geist"/>
              </a:rPr>
              <a:t>Data</a:t>
            </a:r>
            <a:r>
              <a:rPr b="1" lang="en-US" sz="6800" strike="noStrike" u="none">
                <a:solidFill>
                  <a:schemeClr val="dk1"/>
                </a:solidFill>
                <a:effectLst/>
                <a:uFillTx/>
                <a:latin typeface="Bricolage Grotesque"/>
                <a:ea typeface="Geist"/>
              </a:rPr>
              <a:t> Distributions</a:t>
            </a:r>
            <a:endParaRPr b="0" lang="fr-FR" sz="68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subTitle"/>
          </p:nvPr>
        </p:nvSpPr>
        <p:spPr>
          <a:xfrm>
            <a:off x="4695840" y="1752480"/>
            <a:ext cx="3847680" cy="1638000"/>
          </a:xfrm>
          <a:prstGeom prst="rect">
            <a:avLst/>
          </a:prstGeom>
          <a:noFill/>
          <a:ln w="0">
            <a:noFill/>
          </a:ln>
        </p:spPr>
        <p:txBody>
          <a:bodyPr lIns="91440" rIns="91440" tIns="91440" bIns="91440" anchor="t">
            <a:normAutofit fontScale="85000" lnSpcReduction="9999"/>
          </a:bodyPr>
          <a:p>
            <a:pPr>
              <a:lnSpc>
                <a:spcPct val="150000"/>
              </a:lnSpc>
              <a:tabLst>
                <a:tab algn="l" pos="0"/>
              </a:tabLst>
            </a:pPr>
            <a:r>
              <a:rPr b="0" lang="en-US" sz="1200" strike="noStrike" u="none">
                <a:solidFill>
                  <a:schemeClr val="dk1"/>
                </a:solidFill>
                <a:effectLst/>
                <a:uFillTx/>
                <a:latin typeface="Anaheim"/>
                <a:ea typeface="Anaheim"/>
              </a:rPr>
              <a:t>Data distribution analysis is fundamental for understanding data characteristics and patterns. This presentation covers key concepts such as </a:t>
            </a:r>
            <a:r>
              <a:rPr b="0" i="1" lang="en-US" sz="1200" strike="noStrike" u="none">
                <a:solidFill>
                  <a:schemeClr val="dk1"/>
                </a:solidFill>
                <a:effectLst/>
                <a:uFillTx/>
                <a:latin typeface="Anaheim"/>
                <a:ea typeface="Anaheim"/>
              </a:rPr>
              <a:t>skewness</a:t>
            </a:r>
            <a:r>
              <a:rPr b="0" lang="en-US" sz="1200" strike="noStrike" u="none">
                <a:solidFill>
                  <a:schemeClr val="dk1"/>
                </a:solidFill>
                <a:effectLst/>
                <a:uFillTx/>
                <a:latin typeface="Anaheim"/>
                <a:ea typeface="Anaheim"/>
              </a:rPr>
              <a:t> and </a:t>
            </a:r>
            <a:r>
              <a:rPr b="0" i="1" lang="en-US" sz="1200" strike="noStrike" u="none">
                <a:solidFill>
                  <a:schemeClr val="dk1"/>
                </a:solidFill>
                <a:effectLst/>
                <a:uFillTx/>
                <a:latin typeface="Anaheim"/>
                <a:ea typeface="Anaheim"/>
              </a:rPr>
              <a:t>kurtosis</a:t>
            </a:r>
            <a:r>
              <a:rPr b="0" lang="en-US" sz="1200" strike="noStrike" u="none">
                <a:solidFill>
                  <a:schemeClr val="dk1"/>
                </a:solidFill>
                <a:effectLst/>
                <a:uFillTx/>
                <a:latin typeface="Anaheim"/>
                <a:ea typeface="Anaheim"/>
              </a:rPr>
              <a:t>, essential for interpreting data shape and behavior.</a:t>
            </a:r>
            <a:endParaRPr b="0" lang="en-US" sz="1200" strike="noStrike" u="none">
              <a:solidFill>
                <a:srgbClr val="ffffff"/>
              </a:solidFill>
              <a:effectLst/>
              <a:uFillTx/>
              <a:latin typeface="OpenSymbol"/>
            </a:endParaRPr>
          </a:p>
          <a:p>
            <a:pPr>
              <a:lnSpc>
                <a:spcPct val="150000"/>
              </a:lnSpc>
              <a:tabLst>
                <a:tab algn="l" pos="0"/>
              </a:tabLst>
            </a:pPr>
            <a:endParaRPr b="0" lang="en-US" sz="1200" strike="noStrike" u="none">
              <a:solidFill>
                <a:srgbClr val="ffffff"/>
              </a:solidFill>
              <a:effectLst/>
              <a:uFillTx/>
              <a:latin typeface="OpenSymbol"/>
            </a:endParaRPr>
          </a:p>
          <a:p>
            <a:pPr>
              <a:lnSpc>
                <a:spcPct val="150000"/>
              </a:lnSpc>
              <a:tabLst>
                <a:tab algn="l" pos="0"/>
              </a:tabLst>
            </a:pPr>
            <a:r>
              <a:rPr b="0" lang="en-US" sz="1200" strike="noStrike" u="none">
                <a:solidFill>
                  <a:schemeClr val="dk1"/>
                </a:solidFill>
                <a:effectLst/>
                <a:uFillTx/>
                <a:latin typeface="Anaheim"/>
                <a:ea typeface="Anaheim"/>
              </a:rPr>
              <a:t>We will also explore major visualization tools like histograms and boxplots to better analyze and communicate data findings.</a:t>
            </a:r>
            <a:endParaRPr b="0" lang="en-US" sz="1200" strike="noStrike" u="none">
              <a:solidFill>
                <a:srgbClr val="ffffff"/>
              </a:solidFill>
              <a:effectLst/>
              <a:uFillTx/>
              <a:latin typeface="OpenSymbol"/>
            </a:endParaRPr>
          </a:p>
        </p:txBody>
      </p:sp>
      <p:sp>
        <p:nvSpPr>
          <p:cNvPr id="65" name="PlaceHolder 2"/>
          <p:cNvSpPr>
            <a:spLocks noGrp="1"/>
          </p:cNvSpPr>
          <p:nvPr>
            <p:ph type="title"/>
          </p:nvPr>
        </p:nvSpPr>
        <p:spPr>
          <a:xfrm>
            <a:off x="600120" y="1333440"/>
            <a:ext cx="3590640" cy="2476080"/>
          </a:xfrm>
          <a:prstGeom prst="rect">
            <a:avLst/>
          </a:prstGeom>
          <a:noFill/>
          <a:ln w="0">
            <a:noFill/>
          </a:ln>
        </p:spPr>
        <p:txBody>
          <a:bodyPr lIns="91440" rIns="91440" tIns="91440" bIns="91440" anchor="t">
            <a:normAutofit/>
          </a:bodyPr>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Introduction</a:t>
            </a:r>
            <a:endParaRPr b="0" lang="fr-FR" sz="31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subTitle"/>
          </p:nvPr>
        </p:nvSpPr>
        <p:spPr>
          <a:xfrm>
            <a:off x="4695840" y="1752480"/>
            <a:ext cx="3847680" cy="1638360"/>
          </a:xfrm>
          <a:prstGeom prst="rect">
            <a:avLst/>
          </a:prstGeom>
          <a:noFill/>
          <a:ln w="0">
            <a:noFill/>
          </a:ln>
        </p:spPr>
        <p:txBody>
          <a:bodyPr lIns="91440" rIns="91440" tIns="91440" bIns="91440" anchor="t">
            <a:spAutoFit/>
          </a:bodyPr>
          <a:p>
            <a:pPr algn="ctr"/>
            <a:endParaRPr b="0" lang="en-US" sz="1200" strike="noStrike" u="none">
              <a:solidFill>
                <a:schemeClr val="dk1"/>
              </a:solidFill>
              <a:effectLst/>
              <a:uFillTx/>
              <a:latin typeface="Anaheim"/>
              <a:ea typeface="Anaheim"/>
            </a:endParaRPr>
          </a:p>
        </p:txBody>
      </p:sp>
      <p:sp>
        <p:nvSpPr>
          <p:cNvPr id="67" name="PlaceHolder 2"/>
          <p:cNvSpPr>
            <a:spLocks noGrp="1"/>
          </p:cNvSpPr>
          <p:nvPr>
            <p:ph type="title"/>
          </p:nvPr>
        </p:nvSpPr>
        <p:spPr>
          <a:xfrm>
            <a:off x="600120" y="1333440"/>
            <a:ext cx="3590640" cy="2476080"/>
          </a:xfrm>
          <a:prstGeom prst="rect">
            <a:avLst/>
          </a:prstGeom>
          <a:noFill/>
          <a:ln w="0">
            <a:noFill/>
          </a:ln>
        </p:spPr>
        <p:txBody>
          <a:bodyPr lIns="91440" rIns="91440" tIns="91440" bIns="91440" anchor="t">
            <a:normAutofit/>
          </a:bodyPr>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Understanding Data</a:t>
            </a:r>
            <a:endParaRPr b="0" lang="fr-FR" sz="3100" strike="noStrike" u="none">
              <a:solidFill>
                <a:schemeClr val="dk1"/>
              </a:solidFill>
              <a:effectLst/>
              <a:uFillTx/>
              <a:latin typeface="Arial"/>
            </a:endParaRPr>
          </a:p>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 Distributions</a:t>
            </a:r>
            <a:endParaRPr b="0" lang="fr-FR" sz="31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subTitle"/>
          </p:nvPr>
        </p:nvSpPr>
        <p:spPr>
          <a:xfrm>
            <a:off x="4695840" y="1752480"/>
            <a:ext cx="3847680" cy="1638000"/>
          </a:xfrm>
          <a:prstGeom prst="rect">
            <a:avLst/>
          </a:prstGeom>
          <a:noFill/>
          <a:ln w="0">
            <a:noFill/>
          </a:ln>
        </p:spPr>
        <p:txBody>
          <a:bodyPr lIns="91440" rIns="91440" tIns="91440" bIns="91440" anchor="t">
            <a:normAutofit/>
          </a:bodyPr>
          <a:p>
            <a:pPr>
              <a:lnSpc>
                <a:spcPct val="150000"/>
              </a:lnSpc>
              <a:tabLst>
                <a:tab algn="l" pos="0"/>
              </a:tabLst>
            </a:pPr>
            <a:r>
              <a:rPr b="0" i="1" lang="en-US" sz="1200" strike="noStrike" u="none">
                <a:solidFill>
                  <a:schemeClr val="dk1"/>
                </a:solidFill>
                <a:effectLst/>
                <a:uFillTx/>
                <a:latin typeface="Anaheim"/>
                <a:ea typeface="Anaheim"/>
              </a:rPr>
              <a:t>Skewness</a:t>
            </a:r>
            <a:r>
              <a:rPr b="0" lang="en-US" sz="1200" strike="noStrike" u="none">
                <a:solidFill>
                  <a:schemeClr val="dk1"/>
                </a:solidFill>
                <a:effectLst/>
                <a:uFillTx/>
                <a:latin typeface="Anaheim"/>
                <a:ea typeface="Anaheim"/>
              </a:rPr>
              <a:t> measures the asymmetry of data distribution around the mean. It indicates if data tails are stretched more to one side. Positive skewness means the tail is longer on the right; negative skewness means a longer left tail. Understanding skewness helps in identifying data biases and outliers.</a:t>
            </a:r>
            <a:endParaRPr b="0" lang="en-US" sz="1200" strike="noStrike" u="none">
              <a:solidFill>
                <a:srgbClr val="ffffff"/>
              </a:solidFill>
              <a:effectLst/>
              <a:uFillTx/>
              <a:latin typeface="OpenSymbol"/>
            </a:endParaRPr>
          </a:p>
        </p:txBody>
      </p:sp>
      <p:sp>
        <p:nvSpPr>
          <p:cNvPr id="69" name="PlaceHolder 2"/>
          <p:cNvSpPr>
            <a:spLocks noGrp="1"/>
          </p:cNvSpPr>
          <p:nvPr>
            <p:ph type="title"/>
          </p:nvPr>
        </p:nvSpPr>
        <p:spPr>
          <a:xfrm>
            <a:off x="600120" y="1333440"/>
            <a:ext cx="3590640" cy="2476080"/>
          </a:xfrm>
          <a:prstGeom prst="rect">
            <a:avLst/>
          </a:prstGeom>
          <a:noFill/>
          <a:ln w="0">
            <a:noFill/>
          </a:ln>
        </p:spPr>
        <p:txBody>
          <a:bodyPr lIns="91440" rIns="91440" tIns="91440" bIns="91440" anchor="t">
            <a:normAutofit/>
          </a:bodyPr>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Skewness: Definition and</a:t>
            </a:r>
            <a:endParaRPr b="0" lang="fr-FR" sz="3100" strike="noStrike" u="none">
              <a:solidFill>
                <a:schemeClr val="dk1"/>
              </a:solidFill>
              <a:effectLst/>
              <a:uFillTx/>
              <a:latin typeface="Arial"/>
            </a:endParaRPr>
          </a:p>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 Types</a:t>
            </a:r>
            <a:endParaRPr b="0" lang="fr-FR" sz="31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Google Shape;220;p31"/>
          <p:cNvSpPr/>
          <p:nvPr/>
        </p:nvSpPr>
        <p:spPr>
          <a:xfrm>
            <a:off x="7020000" y="-2876400"/>
            <a:ext cx="4762080" cy="4762080"/>
          </a:xfrm>
          <a:prstGeom prst="rect">
            <a:avLst/>
          </a:prstGeom>
          <a:noFill/>
          <a:ln w="0">
            <a:noFill/>
          </a:ln>
        </p:spPr>
        <p:style>
          <a:lnRef idx="0"/>
          <a:fillRef idx="0"/>
          <a:effectRef idx="0"/>
          <a:fontRef idx="minor"/>
        </p:style>
        <p:txBody>
          <a:bodyPr lIns="870823080" rIns="870823080" tIns="2381040" bIns="2381040" anchor="t">
            <a:spAutoFit/>
          </a:bodyPr>
          <a:p>
            <a:pPr algn="ctr" defTabSz="914400">
              <a:lnSpc>
                <a:spcPct val="100000"/>
              </a:lnSpc>
              <a:tabLst>
                <a:tab algn="l" pos="0"/>
              </a:tabLst>
            </a:pPr>
            <a:endParaRPr b="0" lang="fr-FR" sz="1800" strike="noStrike" u="none">
              <a:solidFill>
                <a:schemeClr val="dk1"/>
              </a:solidFill>
              <a:effectLst/>
              <a:uFillTx/>
              <a:latin typeface="Arial"/>
            </a:endParaRPr>
          </a:p>
        </p:txBody>
      </p:sp>
      <p:sp>
        <p:nvSpPr>
          <p:cNvPr id="71" name="PlaceHolder 1"/>
          <p:cNvSpPr>
            <a:spLocks noGrp="1"/>
          </p:cNvSpPr>
          <p:nvPr>
            <p:ph type="title"/>
          </p:nvPr>
        </p:nvSpPr>
        <p:spPr>
          <a:xfrm>
            <a:off x="4629240" y="228600"/>
            <a:ext cx="3904920" cy="761760"/>
          </a:xfrm>
          <a:prstGeom prst="rect">
            <a:avLst/>
          </a:prstGeom>
          <a:noFill/>
          <a:ln w="0">
            <a:noFill/>
          </a:ln>
        </p:spPr>
        <p:txBody>
          <a:bodyPr lIns="91440" rIns="91440" tIns="91440" bIns="91440" anchor="t">
            <a:normAutofit/>
          </a:bodyPr>
          <a:p>
            <a:pPr indent="0">
              <a:lnSpc>
                <a:spcPct val="70000"/>
              </a:lnSpc>
              <a:buNone/>
              <a:tabLst>
                <a:tab algn="l" pos="0"/>
              </a:tabLst>
            </a:pPr>
            <a:r>
              <a:rPr b="0" lang="en-US" sz="2600" strike="noStrike" u="none">
                <a:solidFill>
                  <a:schemeClr val="dk1"/>
                </a:solidFill>
                <a:effectLst/>
                <a:uFillTx/>
                <a:latin typeface="Bricolage Grotesque Medium"/>
                <a:ea typeface="Bricolage Grotesque Medium"/>
              </a:rPr>
              <a:t>Kurtosis: Definition and</a:t>
            </a:r>
            <a:r>
              <a:rPr b="1" lang="en-US" sz="2600" strike="noStrike" u="none">
                <a:solidFill>
                  <a:schemeClr val="dk1"/>
                </a:solidFill>
                <a:effectLst/>
                <a:uFillTx/>
                <a:latin typeface="Bricolage Grotesque"/>
                <a:ea typeface="Bricolage Grotesque Medium"/>
              </a:rPr>
              <a:t> Types</a:t>
            </a:r>
            <a:endParaRPr b="0" lang="fr-FR" sz="2600" strike="noStrike" u="none">
              <a:solidFill>
                <a:schemeClr val="dk1"/>
              </a:solidFill>
              <a:effectLst/>
              <a:uFillTx/>
              <a:latin typeface="Arial"/>
            </a:endParaRPr>
          </a:p>
        </p:txBody>
      </p:sp>
      <p:sp>
        <p:nvSpPr>
          <p:cNvPr id="72" name="PlaceHolder 2"/>
          <p:cNvSpPr>
            <a:spLocks noGrp="1"/>
          </p:cNvSpPr>
          <p:nvPr>
            <p:ph type="subTitle"/>
          </p:nvPr>
        </p:nvSpPr>
        <p:spPr>
          <a:xfrm>
            <a:off x="4619520" y="3209760"/>
            <a:ext cx="4295520" cy="1676160"/>
          </a:xfrm>
          <a:prstGeom prst="rect">
            <a:avLst/>
          </a:prstGeom>
          <a:noFill/>
          <a:ln w="0">
            <a:noFill/>
          </a:ln>
        </p:spPr>
        <p:txBody>
          <a:bodyPr lIns="91440" rIns="91440" tIns="91440" bIns="91440" anchor="t">
            <a:normAutofit/>
          </a:bodyPr>
          <a:p>
            <a:pPr indent="0">
              <a:lnSpc>
                <a:spcPct val="150000"/>
              </a:lnSpc>
              <a:buNone/>
              <a:tabLst>
                <a:tab algn="l" pos="0"/>
              </a:tabLst>
            </a:pPr>
            <a:r>
              <a:rPr b="0" i="1" lang="en-US" sz="1200" strike="noStrike" u="none">
                <a:solidFill>
                  <a:schemeClr val="dk1"/>
                </a:solidFill>
                <a:effectLst/>
                <a:uFillTx/>
                <a:latin typeface="Anaheim"/>
                <a:ea typeface="Anaheim"/>
              </a:rPr>
              <a:t>Kurtosis</a:t>
            </a:r>
            <a:r>
              <a:rPr b="0" lang="en-US" sz="1200" strike="noStrike" u="none">
                <a:solidFill>
                  <a:schemeClr val="dk1"/>
                </a:solidFill>
                <a:effectLst/>
                <a:uFillTx/>
                <a:latin typeface="Anaheim"/>
                <a:ea typeface="Anaheim"/>
              </a:rPr>
              <a:t> describes the tailedness of data distribution. High kurtosis indicates heavy tails and potential outliers, while low kurtosis suggests lighter tails. Types include </a:t>
            </a:r>
            <a:r>
              <a:rPr b="0" i="1" lang="en-US" sz="1200" strike="noStrike" u="none">
                <a:solidFill>
                  <a:schemeClr val="dk1"/>
                </a:solidFill>
                <a:effectLst/>
                <a:uFillTx/>
                <a:latin typeface="Anaheim"/>
                <a:ea typeface="Anaheim"/>
              </a:rPr>
              <a:t>leptokurtic</a:t>
            </a:r>
            <a:r>
              <a:rPr b="0" lang="en-US" sz="1200" strike="noStrike" u="none">
                <a:solidFill>
                  <a:schemeClr val="dk1"/>
                </a:solidFill>
                <a:effectLst/>
                <a:uFillTx/>
                <a:latin typeface="Anaheim"/>
                <a:ea typeface="Anaheim"/>
              </a:rPr>
              <a:t> (sharp peak), </a:t>
            </a:r>
            <a:r>
              <a:rPr b="0" i="1" lang="en-US" sz="1200" strike="noStrike" u="none">
                <a:solidFill>
                  <a:schemeClr val="dk1"/>
                </a:solidFill>
                <a:effectLst/>
                <a:uFillTx/>
                <a:latin typeface="Anaheim"/>
                <a:ea typeface="Anaheim"/>
              </a:rPr>
              <a:t>platykurtic</a:t>
            </a:r>
            <a:r>
              <a:rPr b="0" lang="en-US" sz="1200" strike="noStrike" u="none">
                <a:solidFill>
                  <a:schemeClr val="dk1"/>
                </a:solidFill>
                <a:effectLst/>
                <a:uFillTx/>
                <a:latin typeface="Anaheim"/>
                <a:ea typeface="Anaheim"/>
              </a:rPr>
              <a:t> (flat peak), and </a:t>
            </a:r>
            <a:r>
              <a:rPr b="0" i="1" lang="en-US" sz="1200" strike="noStrike" u="none">
                <a:solidFill>
                  <a:schemeClr val="dk1"/>
                </a:solidFill>
                <a:effectLst/>
                <a:uFillTx/>
                <a:latin typeface="Anaheim"/>
                <a:ea typeface="Anaheim"/>
              </a:rPr>
              <a:t>mesokurtic</a:t>
            </a:r>
            <a:r>
              <a:rPr b="0" lang="en-US" sz="1200" strike="noStrike" u="none">
                <a:solidFill>
                  <a:schemeClr val="dk1"/>
                </a:solidFill>
                <a:effectLst/>
                <a:uFillTx/>
                <a:latin typeface="Anaheim"/>
                <a:ea typeface="Anaheim"/>
              </a:rPr>
              <a:t> (normal peak), each providing insight into data variability.</a:t>
            </a:r>
            <a:endParaRPr b="0" lang="en-US" sz="1200" strike="noStrike" u="none">
              <a:solidFill>
                <a:srgbClr val="ffffff"/>
              </a:solidFill>
              <a:effectLst/>
              <a:uFillTx/>
              <a:latin typeface="OpenSymbol"/>
            </a:endParaRPr>
          </a:p>
        </p:txBody>
      </p:sp>
      <p:pic>
        <p:nvPicPr>
          <p:cNvPr id="73" name="Google Shape;223;p31" descr=""/>
          <p:cNvPicPr/>
          <p:nvPr/>
        </p:nvPicPr>
        <p:blipFill>
          <a:blip r:embed="rId1"/>
          <a:srcRect l="0" t="3418" r="0" b="3428"/>
          <a:stretch/>
        </p:blipFill>
        <p:spPr>
          <a:xfrm>
            <a:off x="0" y="0"/>
            <a:ext cx="4294440" cy="514332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subTitle"/>
          </p:nvPr>
        </p:nvSpPr>
        <p:spPr>
          <a:xfrm>
            <a:off x="4695840" y="1752480"/>
            <a:ext cx="3847680" cy="1638000"/>
          </a:xfrm>
          <a:prstGeom prst="rect">
            <a:avLst/>
          </a:prstGeom>
          <a:noFill/>
          <a:ln w="0">
            <a:noFill/>
          </a:ln>
        </p:spPr>
        <p:txBody>
          <a:bodyPr lIns="91440" rIns="91440" tIns="91440" bIns="91440" anchor="t">
            <a:normAutofit/>
          </a:bodyPr>
          <a:p>
            <a:pPr>
              <a:lnSpc>
                <a:spcPct val="150000"/>
              </a:lnSpc>
              <a:tabLst>
                <a:tab algn="l" pos="0"/>
              </a:tabLst>
            </a:pPr>
            <a:r>
              <a:rPr b="0" lang="en-US" sz="1200" strike="noStrike" u="none">
                <a:solidFill>
                  <a:schemeClr val="dk1"/>
                </a:solidFill>
                <a:effectLst/>
                <a:uFillTx/>
                <a:latin typeface="Anaheim"/>
                <a:ea typeface="Anaheim"/>
              </a:rPr>
              <a:t>Data shapes can be visually categorized by their skewness and kurtosis. Symmetrical distributions show balanced tails, while asymmetry signals skewness direction. Tall and narrow shapes suggest high kurtosis, while flat shapes indicate low kurtosis—key for accurate data interpretation.</a:t>
            </a:r>
            <a:endParaRPr b="0" lang="en-US" sz="1200" strike="noStrike" u="none">
              <a:solidFill>
                <a:srgbClr val="ffffff"/>
              </a:solidFill>
              <a:effectLst/>
              <a:uFillTx/>
              <a:latin typeface="OpenSymbol"/>
            </a:endParaRPr>
          </a:p>
        </p:txBody>
      </p:sp>
      <p:sp>
        <p:nvSpPr>
          <p:cNvPr id="75" name="PlaceHolder 2"/>
          <p:cNvSpPr>
            <a:spLocks noGrp="1"/>
          </p:cNvSpPr>
          <p:nvPr>
            <p:ph type="title"/>
          </p:nvPr>
        </p:nvSpPr>
        <p:spPr>
          <a:xfrm>
            <a:off x="600120" y="1333440"/>
            <a:ext cx="3590640" cy="2476080"/>
          </a:xfrm>
          <a:prstGeom prst="rect">
            <a:avLst/>
          </a:prstGeom>
          <a:noFill/>
          <a:ln w="0">
            <a:noFill/>
          </a:ln>
        </p:spPr>
        <p:txBody>
          <a:bodyPr lIns="91440" rIns="91440" tIns="91440" bIns="91440" anchor="t">
            <a:normAutofit/>
          </a:bodyPr>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Visual Patterns of Skewness and</a:t>
            </a:r>
            <a:endParaRPr b="0" lang="fr-FR" sz="3100" strike="noStrike" u="none">
              <a:solidFill>
                <a:schemeClr val="dk1"/>
              </a:solidFill>
              <a:effectLst/>
              <a:uFillTx/>
              <a:latin typeface="Arial"/>
            </a:endParaRPr>
          </a:p>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 Kurtosis</a:t>
            </a:r>
            <a:endParaRPr b="0" lang="fr-FR" sz="31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subTitle"/>
          </p:nvPr>
        </p:nvSpPr>
        <p:spPr>
          <a:xfrm>
            <a:off x="4695840" y="1752480"/>
            <a:ext cx="3847680" cy="1638360"/>
          </a:xfrm>
          <a:prstGeom prst="rect">
            <a:avLst/>
          </a:prstGeom>
          <a:noFill/>
          <a:ln w="0">
            <a:noFill/>
          </a:ln>
        </p:spPr>
        <p:txBody>
          <a:bodyPr lIns="91440" rIns="91440" tIns="91440" bIns="91440" anchor="t">
            <a:spAutoFit/>
          </a:bodyPr>
          <a:p>
            <a:pPr algn="ctr"/>
            <a:endParaRPr b="0" lang="en-US" sz="1200" strike="noStrike" u="none">
              <a:solidFill>
                <a:schemeClr val="dk1"/>
              </a:solidFill>
              <a:effectLst/>
              <a:uFillTx/>
              <a:latin typeface="Anaheim"/>
              <a:ea typeface="Anaheim"/>
            </a:endParaRPr>
          </a:p>
        </p:txBody>
      </p:sp>
      <p:sp>
        <p:nvSpPr>
          <p:cNvPr id="77" name="PlaceHolder 2"/>
          <p:cNvSpPr>
            <a:spLocks noGrp="1"/>
          </p:cNvSpPr>
          <p:nvPr>
            <p:ph type="title"/>
          </p:nvPr>
        </p:nvSpPr>
        <p:spPr>
          <a:xfrm>
            <a:off x="600120" y="1333440"/>
            <a:ext cx="3590640" cy="2476080"/>
          </a:xfrm>
          <a:prstGeom prst="rect">
            <a:avLst/>
          </a:prstGeom>
          <a:noFill/>
          <a:ln w="0">
            <a:noFill/>
          </a:ln>
        </p:spPr>
        <p:txBody>
          <a:bodyPr lIns="91440" rIns="91440" tIns="91440" bIns="91440" anchor="t">
            <a:normAutofit/>
          </a:bodyPr>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Key Data</a:t>
            </a:r>
            <a:endParaRPr b="0" lang="fr-FR" sz="3100" strike="noStrike" u="none">
              <a:solidFill>
                <a:schemeClr val="dk1"/>
              </a:solidFill>
              <a:effectLst/>
              <a:uFillTx/>
              <a:latin typeface="Arial"/>
            </a:endParaRPr>
          </a:p>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 Visualizations</a:t>
            </a:r>
            <a:endParaRPr b="0" lang="fr-FR" sz="31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Google Shape;220;p31"/>
          <p:cNvSpPr/>
          <p:nvPr/>
        </p:nvSpPr>
        <p:spPr>
          <a:xfrm>
            <a:off x="7020000" y="-2876400"/>
            <a:ext cx="4762080" cy="4762080"/>
          </a:xfrm>
          <a:prstGeom prst="rect">
            <a:avLst/>
          </a:prstGeom>
          <a:noFill/>
          <a:ln w="0">
            <a:noFill/>
          </a:ln>
        </p:spPr>
        <p:style>
          <a:lnRef idx="0"/>
          <a:fillRef idx="0"/>
          <a:effectRef idx="0"/>
          <a:fontRef idx="minor"/>
        </p:style>
        <p:txBody>
          <a:bodyPr lIns="870823080" rIns="870823080" tIns="2381040" bIns="2381040" anchor="t">
            <a:spAutoFit/>
          </a:bodyPr>
          <a:p>
            <a:pPr algn="ctr" defTabSz="914400">
              <a:lnSpc>
                <a:spcPct val="100000"/>
              </a:lnSpc>
              <a:tabLst>
                <a:tab algn="l" pos="0"/>
              </a:tabLst>
            </a:pPr>
            <a:endParaRPr b="0" lang="fr-FR" sz="1800" strike="noStrike" u="none">
              <a:solidFill>
                <a:schemeClr val="dk1"/>
              </a:solidFill>
              <a:effectLst/>
              <a:uFillTx/>
              <a:latin typeface="Arial"/>
            </a:endParaRPr>
          </a:p>
        </p:txBody>
      </p:sp>
      <p:sp>
        <p:nvSpPr>
          <p:cNvPr id="79" name="PlaceHolder 1"/>
          <p:cNvSpPr>
            <a:spLocks noGrp="1"/>
          </p:cNvSpPr>
          <p:nvPr>
            <p:ph type="title"/>
          </p:nvPr>
        </p:nvSpPr>
        <p:spPr>
          <a:xfrm>
            <a:off x="4629240" y="228600"/>
            <a:ext cx="3904920" cy="761760"/>
          </a:xfrm>
          <a:prstGeom prst="rect">
            <a:avLst/>
          </a:prstGeom>
          <a:noFill/>
          <a:ln w="0">
            <a:noFill/>
          </a:ln>
        </p:spPr>
        <p:txBody>
          <a:bodyPr lIns="91440" rIns="91440" tIns="91440" bIns="91440" anchor="t">
            <a:normAutofit/>
          </a:bodyPr>
          <a:p>
            <a:pPr indent="0">
              <a:lnSpc>
                <a:spcPct val="70000"/>
              </a:lnSpc>
              <a:buNone/>
              <a:tabLst>
                <a:tab algn="l" pos="0"/>
              </a:tabLst>
            </a:pPr>
            <a:r>
              <a:rPr b="0" lang="en-US" sz="2600" strike="noStrike" u="none">
                <a:solidFill>
                  <a:schemeClr val="dk1"/>
                </a:solidFill>
                <a:effectLst/>
                <a:uFillTx/>
                <a:latin typeface="Bricolage Grotesque Medium"/>
                <a:ea typeface="Bricolage Grotesque Medium"/>
              </a:rPr>
              <a:t>Histograms: Creation and</a:t>
            </a:r>
            <a:r>
              <a:rPr b="1" lang="en-US" sz="2600" strike="noStrike" u="none">
                <a:solidFill>
                  <a:schemeClr val="dk1"/>
                </a:solidFill>
                <a:effectLst/>
                <a:uFillTx/>
                <a:latin typeface="Bricolage Grotesque"/>
                <a:ea typeface="Bricolage Grotesque Medium"/>
              </a:rPr>
              <a:t> Interpretation</a:t>
            </a:r>
            <a:endParaRPr b="0" lang="fr-FR" sz="2600" strike="noStrike" u="none">
              <a:solidFill>
                <a:schemeClr val="dk1"/>
              </a:solidFill>
              <a:effectLst/>
              <a:uFillTx/>
              <a:latin typeface="Arial"/>
            </a:endParaRPr>
          </a:p>
        </p:txBody>
      </p:sp>
      <p:sp>
        <p:nvSpPr>
          <p:cNvPr id="80" name="PlaceHolder 2"/>
          <p:cNvSpPr>
            <a:spLocks noGrp="1"/>
          </p:cNvSpPr>
          <p:nvPr>
            <p:ph type="subTitle"/>
          </p:nvPr>
        </p:nvSpPr>
        <p:spPr>
          <a:xfrm>
            <a:off x="4619520" y="3209760"/>
            <a:ext cx="4295520" cy="167616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Anaheim"/>
                <a:ea typeface="Anaheim"/>
              </a:rPr>
              <a:t>Histograms display frequency distributions by grouping data into bins. They reveal data concentration, skewness, and potential outliers. Proper bin selection is crucial for meaningful interpretation, aiding in the assessment of distribution shapes and trends.</a:t>
            </a:r>
            <a:endParaRPr b="0" lang="en-US" sz="1200" strike="noStrike" u="none">
              <a:solidFill>
                <a:srgbClr val="ffffff"/>
              </a:solidFill>
              <a:effectLst/>
              <a:uFillTx/>
              <a:latin typeface="OpenSymbol"/>
            </a:endParaRPr>
          </a:p>
        </p:txBody>
      </p:sp>
      <p:pic>
        <p:nvPicPr>
          <p:cNvPr id="81" name="Google Shape;223;p31" descr=""/>
          <p:cNvPicPr/>
          <p:nvPr/>
        </p:nvPicPr>
        <p:blipFill>
          <a:blip r:embed="rId1"/>
          <a:srcRect l="0" t="3418" r="0" b="3428"/>
          <a:stretch/>
        </p:blipFill>
        <p:spPr>
          <a:xfrm>
            <a:off x="0" y="0"/>
            <a:ext cx="4294440" cy="514332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subTitle"/>
          </p:nvPr>
        </p:nvSpPr>
        <p:spPr>
          <a:xfrm>
            <a:off x="4695840" y="1752480"/>
            <a:ext cx="3847680" cy="1638000"/>
          </a:xfrm>
          <a:prstGeom prst="rect">
            <a:avLst/>
          </a:prstGeom>
          <a:noFill/>
          <a:ln w="0">
            <a:noFill/>
          </a:ln>
        </p:spPr>
        <p:txBody>
          <a:bodyPr lIns="91440" rIns="91440" tIns="91440" bIns="91440" anchor="t">
            <a:normAutofit/>
          </a:bodyPr>
          <a:p>
            <a:pPr>
              <a:lnSpc>
                <a:spcPct val="150000"/>
              </a:lnSpc>
              <a:tabLst>
                <a:tab algn="l" pos="0"/>
              </a:tabLst>
            </a:pPr>
            <a:r>
              <a:rPr b="0" lang="en-US" sz="1200" strike="noStrike" u="none">
                <a:solidFill>
                  <a:schemeClr val="dk1"/>
                </a:solidFill>
                <a:effectLst/>
                <a:uFillTx/>
                <a:latin typeface="Anaheim"/>
                <a:ea typeface="Anaheim"/>
              </a:rPr>
              <a:t>Boxplots visualize data distribution via quartiles, highlighting median, interquartile range (IQR), and outliers. They provide a compact summary of data spread and symmetry, and can be easily created using Excel tools for quick exploratory data analysis.</a:t>
            </a:r>
            <a:endParaRPr b="0" lang="en-US" sz="1200" strike="noStrike" u="none">
              <a:solidFill>
                <a:srgbClr val="ffffff"/>
              </a:solidFill>
              <a:effectLst/>
              <a:uFillTx/>
              <a:latin typeface="OpenSymbol"/>
            </a:endParaRPr>
          </a:p>
        </p:txBody>
      </p:sp>
      <p:sp>
        <p:nvSpPr>
          <p:cNvPr id="83" name="PlaceHolder 2"/>
          <p:cNvSpPr>
            <a:spLocks noGrp="1"/>
          </p:cNvSpPr>
          <p:nvPr>
            <p:ph type="title"/>
          </p:nvPr>
        </p:nvSpPr>
        <p:spPr>
          <a:xfrm>
            <a:off x="600120" y="1333440"/>
            <a:ext cx="3590640" cy="2476080"/>
          </a:xfrm>
          <a:prstGeom prst="rect">
            <a:avLst/>
          </a:prstGeom>
          <a:noFill/>
          <a:ln w="0">
            <a:noFill/>
          </a:ln>
        </p:spPr>
        <p:txBody>
          <a:bodyPr lIns="91440" rIns="91440" tIns="91440" bIns="91440" anchor="t">
            <a:normAutofit/>
          </a:bodyPr>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Boxplots: Anatomy and Excel</a:t>
            </a:r>
            <a:endParaRPr b="0" lang="fr-FR" sz="3100" strike="noStrike" u="none">
              <a:solidFill>
                <a:schemeClr val="dk1"/>
              </a:solidFill>
              <a:effectLst/>
              <a:uFillTx/>
              <a:latin typeface="Arial"/>
            </a:endParaRPr>
          </a:p>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 Implementation</a:t>
            </a:r>
            <a:endParaRPr b="0" lang="fr-FR" sz="31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subTitle"/>
          </p:nvPr>
        </p:nvSpPr>
        <p:spPr>
          <a:xfrm>
            <a:off x="4695840" y="1752480"/>
            <a:ext cx="3847680" cy="1638000"/>
          </a:xfrm>
          <a:prstGeom prst="rect">
            <a:avLst/>
          </a:prstGeom>
          <a:noFill/>
          <a:ln w="0">
            <a:noFill/>
          </a:ln>
        </p:spPr>
        <p:txBody>
          <a:bodyPr lIns="91440" rIns="91440" tIns="91440" bIns="91440" anchor="t">
            <a:normAutofit fontScale="77500" lnSpcReduction="19999"/>
          </a:bodyPr>
          <a:p>
            <a:pPr>
              <a:lnSpc>
                <a:spcPct val="150000"/>
              </a:lnSpc>
              <a:tabLst>
                <a:tab algn="l" pos="0"/>
              </a:tabLst>
            </a:pPr>
            <a:r>
              <a:rPr b="0" lang="en-US" sz="1200" strike="noStrike" u="none">
                <a:solidFill>
                  <a:schemeClr val="dk1"/>
                </a:solidFill>
                <a:effectLst/>
                <a:uFillTx/>
                <a:latin typeface="Anaheim"/>
                <a:ea typeface="Anaheim"/>
              </a:rPr>
              <a:t>Density plots offer a continuous, smooth visualization of data distribution, ideal for highlighting the underlying shape and variability of continuous data. Bar charts, conversely, categorize and compare discrete data through rectangular bars, making them effective for frequency comparisons across groups.</a:t>
            </a:r>
            <a:endParaRPr b="0" lang="en-US" sz="1200" strike="noStrike" u="none">
              <a:solidFill>
                <a:srgbClr val="ffffff"/>
              </a:solidFill>
              <a:effectLst/>
              <a:uFillTx/>
              <a:latin typeface="OpenSymbol"/>
            </a:endParaRPr>
          </a:p>
          <a:p>
            <a:pPr>
              <a:lnSpc>
                <a:spcPct val="150000"/>
              </a:lnSpc>
              <a:tabLst>
                <a:tab algn="l" pos="0"/>
              </a:tabLst>
            </a:pPr>
            <a:endParaRPr b="0" lang="en-US" sz="1200" strike="noStrike" u="none">
              <a:solidFill>
                <a:srgbClr val="ffffff"/>
              </a:solidFill>
              <a:effectLst/>
              <a:uFillTx/>
              <a:latin typeface="OpenSymbol"/>
            </a:endParaRPr>
          </a:p>
          <a:p>
            <a:pPr>
              <a:lnSpc>
                <a:spcPct val="150000"/>
              </a:lnSpc>
              <a:tabLst>
                <a:tab algn="l" pos="0"/>
              </a:tabLst>
            </a:pPr>
            <a:r>
              <a:rPr b="0" lang="en-US" sz="1200" strike="noStrike" u="none">
                <a:solidFill>
                  <a:schemeClr val="dk1"/>
                </a:solidFill>
                <a:effectLst/>
                <a:uFillTx/>
                <a:latin typeface="Anaheim"/>
                <a:ea typeface="Anaheim"/>
              </a:rPr>
              <a:t>While density plots emphasize distribution trends, bar charts focus on clear representation of categorical counts, serving complementary roles in data visualization.</a:t>
            </a:r>
            <a:endParaRPr b="0" lang="en-US" sz="1200" strike="noStrike" u="none">
              <a:solidFill>
                <a:srgbClr val="ffffff"/>
              </a:solidFill>
              <a:effectLst/>
              <a:uFillTx/>
              <a:latin typeface="OpenSymbol"/>
            </a:endParaRPr>
          </a:p>
        </p:txBody>
      </p:sp>
      <p:sp>
        <p:nvSpPr>
          <p:cNvPr id="85" name="PlaceHolder 2"/>
          <p:cNvSpPr>
            <a:spLocks noGrp="1"/>
          </p:cNvSpPr>
          <p:nvPr>
            <p:ph type="title"/>
          </p:nvPr>
        </p:nvSpPr>
        <p:spPr>
          <a:xfrm>
            <a:off x="600120" y="1333440"/>
            <a:ext cx="3590640" cy="2476080"/>
          </a:xfrm>
          <a:prstGeom prst="rect">
            <a:avLst/>
          </a:prstGeom>
          <a:noFill/>
          <a:ln w="0">
            <a:noFill/>
          </a:ln>
        </p:spPr>
        <p:txBody>
          <a:bodyPr lIns="91440" rIns="91440" tIns="91440" bIns="91440" anchor="t">
            <a:normAutofit/>
          </a:bodyPr>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Density Plots and Bar Charts: Uses and</a:t>
            </a:r>
            <a:endParaRPr b="0" lang="fr-FR" sz="3100" strike="noStrike" u="none">
              <a:solidFill>
                <a:schemeClr val="dk1"/>
              </a:solidFill>
              <a:effectLst/>
              <a:uFillTx/>
              <a:latin typeface="Arial"/>
            </a:endParaRPr>
          </a:p>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 Differences</a:t>
            </a:r>
            <a:endParaRPr b="0" lang="fr-FR" sz="31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subTitle"/>
          </p:nvPr>
        </p:nvSpPr>
        <p:spPr>
          <a:xfrm>
            <a:off x="4695840" y="1752480"/>
            <a:ext cx="3847680" cy="1638360"/>
          </a:xfrm>
          <a:prstGeom prst="rect">
            <a:avLst/>
          </a:prstGeom>
          <a:noFill/>
          <a:ln w="0">
            <a:noFill/>
          </a:ln>
        </p:spPr>
        <p:txBody>
          <a:bodyPr lIns="91440" rIns="91440" tIns="91440" bIns="91440" anchor="t">
            <a:spAutoFit/>
          </a:bodyPr>
          <a:p>
            <a:pPr algn="ctr"/>
            <a:endParaRPr b="0" lang="en-US" sz="1200" strike="noStrike" u="none">
              <a:solidFill>
                <a:schemeClr val="dk1"/>
              </a:solidFill>
              <a:effectLst/>
              <a:uFillTx/>
              <a:latin typeface="Anaheim"/>
              <a:ea typeface="Anaheim"/>
            </a:endParaRPr>
          </a:p>
        </p:txBody>
      </p:sp>
      <p:sp>
        <p:nvSpPr>
          <p:cNvPr id="87" name="PlaceHolder 2"/>
          <p:cNvSpPr>
            <a:spLocks noGrp="1"/>
          </p:cNvSpPr>
          <p:nvPr>
            <p:ph type="title"/>
          </p:nvPr>
        </p:nvSpPr>
        <p:spPr>
          <a:xfrm>
            <a:off x="600120" y="1333440"/>
            <a:ext cx="3590640" cy="2476080"/>
          </a:xfrm>
          <a:prstGeom prst="rect">
            <a:avLst/>
          </a:prstGeom>
          <a:noFill/>
          <a:ln w="0">
            <a:noFill/>
          </a:ln>
        </p:spPr>
        <p:txBody>
          <a:bodyPr lIns="91440" rIns="91440" tIns="91440" bIns="91440" anchor="t">
            <a:normAutofit/>
          </a:bodyPr>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Analysis</a:t>
            </a:r>
            <a:endParaRPr b="0" lang="fr-FR" sz="3100" strike="noStrike" u="none">
              <a:solidFill>
                <a:schemeClr val="dk1"/>
              </a:solidFill>
              <a:effectLst/>
              <a:uFillTx/>
              <a:latin typeface="Arial"/>
            </a:endParaRPr>
          </a:p>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 Approaches</a:t>
            </a:r>
            <a:endParaRPr b="0" lang="fr-FR" sz="31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subTitle"/>
          </p:nvPr>
        </p:nvSpPr>
        <p:spPr>
          <a:xfrm>
            <a:off x="4695840" y="1752480"/>
            <a:ext cx="3847680" cy="1638000"/>
          </a:xfrm>
          <a:prstGeom prst="rect">
            <a:avLst/>
          </a:prstGeom>
          <a:noFill/>
          <a:ln w="0">
            <a:noFill/>
          </a:ln>
        </p:spPr>
        <p:txBody>
          <a:bodyPr lIns="91440" rIns="91440" tIns="91440" bIns="91440" anchor="t">
            <a:normAutofit fontScale="92500" lnSpcReduction="9999"/>
          </a:bodyPr>
          <a:p>
            <a:pPr>
              <a:lnSpc>
                <a:spcPct val="150000"/>
              </a:lnSpc>
              <a:tabLst>
                <a:tab algn="l" pos="0"/>
              </a:tabLst>
            </a:pPr>
            <a:r>
              <a:rPr b="0" lang="en-US" sz="1200" strike="noStrike" u="none">
                <a:solidFill>
                  <a:schemeClr val="dk1"/>
                </a:solidFill>
                <a:effectLst/>
                <a:uFillTx/>
                <a:latin typeface="Anaheim"/>
                <a:ea typeface="Anaheim"/>
              </a:rPr>
              <a:t>Univariate analysis examines a single variable’s distribution, using descriptive statistics such as mean, median, and variance. It is straightforward and essential for initial data assessment but limited in revealing interactions or dependencies among variables, restricting deeper analytical insights.</a:t>
            </a:r>
            <a:endParaRPr b="0" lang="en-US" sz="1200" strike="noStrike" u="none">
              <a:solidFill>
                <a:srgbClr val="ffffff"/>
              </a:solidFill>
              <a:effectLst/>
              <a:uFillTx/>
              <a:latin typeface="OpenSymbol"/>
            </a:endParaRPr>
          </a:p>
        </p:txBody>
      </p:sp>
      <p:sp>
        <p:nvSpPr>
          <p:cNvPr id="89" name="PlaceHolder 2"/>
          <p:cNvSpPr>
            <a:spLocks noGrp="1"/>
          </p:cNvSpPr>
          <p:nvPr>
            <p:ph type="title"/>
          </p:nvPr>
        </p:nvSpPr>
        <p:spPr>
          <a:xfrm>
            <a:off x="600120" y="1333440"/>
            <a:ext cx="3590640" cy="2476080"/>
          </a:xfrm>
          <a:prstGeom prst="rect">
            <a:avLst/>
          </a:prstGeom>
          <a:noFill/>
          <a:ln w="0">
            <a:noFill/>
          </a:ln>
        </p:spPr>
        <p:txBody>
          <a:bodyPr lIns="91440" rIns="91440" tIns="91440" bIns="91440" anchor="t">
            <a:normAutofit/>
          </a:bodyPr>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Univariate Analysis: Overview and</a:t>
            </a:r>
            <a:endParaRPr b="0" lang="fr-FR" sz="3100" strike="noStrike" u="none">
              <a:solidFill>
                <a:schemeClr val="dk1"/>
              </a:solidFill>
              <a:effectLst/>
              <a:uFillTx/>
              <a:latin typeface="Arial"/>
            </a:endParaRPr>
          </a:p>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 Limitations</a:t>
            </a:r>
            <a:endParaRPr b="0" lang="fr-FR" sz="31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Google Shape;220;p31"/>
          <p:cNvSpPr/>
          <p:nvPr/>
        </p:nvSpPr>
        <p:spPr>
          <a:xfrm>
            <a:off x="7020000" y="-2876400"/>
            <a:ext cx="4762080" cy="4762080"/>
          </a:xfrm>
          <a:prstGeom prst="rect">
            <a:avLst/>
          </a:prstGeom>
          <a:noFill/>
          <a:ln w="0">
            <a:noFill/>
          </a:ln>
        </p:spPr>
        <p:style>
          <a:lnRef idx="0"/>
          <a:fillRef idx="0"/>
          <a:effectRef idx="0"/>
          <a:fontRef idx="minor"/>
        </p:style>
        <p:txBody>
          <a:bodyPr lIns="870823080" rIns="870823080" tIns="2381040" bIns="2381040" anchor="t">
            <a:spAutoFit/>
          </a:bodyPr>
          <a:p>
            <a:pPr algn="ctr" defTabSz="914400">
              <a:lnSpc>
                <a:spcPct val="100000"/>
              </a:lnSpc>
              <a:tabLst>
                <a:tab algn="l" pos="0"/>
              </a:tabLst>
            </a:pPr>
            <a:endParaRPr b="0" lang="fr-FR" sz="1800" strike="noStrike" u="none">
              <a:solidFill>
                <a:schemeClr val="dk1"/>
              </a:solidFill>
              <a:effectLst/>
              <a:uFillTx/>
              <a:latin typeface="Arial"/>
            </a:endParaRPr>
          </a:p>
        </p:txBody>
      </p:sp>
      <p:sp>
        <p:nvSpPr>
          <p:cNvPr id="91" name="PlaceHolder 1"/>
          <p:cNvSpPr>
            <a:spLocks noGrp="1"/>
          </p:cNvSpPr>
          <p:nvPr>
            <p:ph type="title"/>
          </p:nvPr>
        </p:nvSpPr>
        <p:spPr>
          <a:xfrm>
            <a:off x="4629240" y="228600"/>
            <a:ext cx="3904920" cy="761760"/>
          </a:xfrm>
          <a:prstGeom prst="rect">
            <a:avLst/>
          </a:prstGeom>
          <a:noFill/>
          <a:ln w="0">
            <a:noFill/>
          </a:ln>
        </p:spPr>
        <p:txBody>
          <a:bodyPr lIns="91440" rIns="91440" tIns="91440" bIns="91440" anchor="t">
            <a:normAutofit/>
          </a:bodyPr>
          <a:p>
            <a:pPr indent="0">
              <a:lnSpc>
                <a:spcPct val="70000"/>
              </a:lnSpc>
              <a:buNone/>
              <a:tabLst>
                <a:tab algn="l" pos="0"/>
              </a:tabLst>
            </a:pPr>
            <a:r>
              <a:rPr b="0" lang="en-US" sz="2600" strike="noStrike" u="none">
                <a:solidFill>
                  <a:schemeClr val="dk1"/>
                </a:solidFill>
                <a:effectLst/>
                <a:uFillTx/>
                <a:latin typeface="Bricolage Grotesque Medium"/>
                <a:ea typeface="Bricolage Grotesque Medium"/>
              </a:rPr>
              <a:t>Multivariate Analysis: Overview and</a:t>
            </a:r>
            <a:r>
              <a:rPr b="1" lang="en-US" sz="2600" strike="noStrike" u="none">
                <a:solidFill>
                  <a:schemeClr val="dk1"/>
                </a:solidFill>
                <a:effectLst/>
                <a:uFillTx/>
                <a:latin typeface="Bricolage Grotesque"/>
                <a:ea typeface="Bricolage Grotesque Medium"/>
              </a:rPr>
              <a:t> Advantages</a:t>
            </a:r>
            <a:endParaRPr b="0" lang="fr-FR" sz="2600" strike="noStrike" u="none">
              <a:solidFill>
                <a:schemeClr val="dk1"/>
              </a:solidFill>
              <a:effectLst/>
              <a:uFillTx/>
              <a:latin typeface="Arial"/>
            </a:endParaRPr>
          </a:p>
        </p:txBody>
      </p:sp>
      <p:sp>
        <p:nvSpPr>
          <p:cNvPr id="92" name="PlaceHolder 2"/>
          <p:cNvSpPr>
            <a:spLocks noGrp="1"/>
          </p:cNvSpPr>
          <p:nvPr>
            <p:ph type="subTitle"/>
          </p:nvPr>
        </p:nvSpPr>
        <p:spPr>
          <a:xfrm>
            <a:off x="4619520" y="3209760"/>
            <a:ext cx="4295520" cy="167616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Anaheim"/>
                <a:ea typeface="Anaheim"/>
              </a:rPr>
              <a:t>Multivariate analysis explores relationships among two or more variables simultaneously. By examining interactions and correlations, it offers a comprehensive understanding of data patterns, improving predictive modeling and decision-making in complex datasets.</a:t>
            </a:r>
            <a:endParaRPr b="0" lang="en-US" sz="1200" strike="noStrike" u="none">
              <a:solidFill>
                <a:srgbClr val="ffffff"/>
              </a:solidFill>
              <a:effectLst/>
              <a:uFillTx/>
              <a:latin typeface="OpenSymbol"/>
            </a:endParaRPr>
          </a:p>
        </p:txBody>
      </p:sp>
      <p:pic>
        <p:nvPicPr>
          <p:cNvPr id="93" name="Google Shape;223;p31" descr=""/>
          <p:cNvPicPr/>
          <p:nvPr/>
        </p:nvPicPr>
        <p:blipFill>
          <a:blip r:embed="rId1"/>
          <a:srcRect l="0" t="3418" r="0" b="3428"/>
          <a:stretch/>
        </p:blipFill>
        <p:spPr>
          <a:xfrm>
            <a:off x="0" y="0"/>
            <a:ext cx="4294440" cy="514332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subTitle"/>
          </p:nvPr>
        </p:nvSpPr>
        <p:spPr>
          <a:xfrm>
            <a:off x="4695840" y="1752480"/>
            <a:ext cx="3847680" cy="1638000"/>
          </a:xfrm>
          <a:prstGeom prst="rect">
            <a:avLst/>
          </a:prstGeom>
          <a:noFill/>
          <a:ln w="0">
            <a:noFill/>
          </a:ln>
        </p:spPr>
        <p:txBody>
          <a:bodyPr lIns="91440" rIns="91440" tIns="91440" bIns="91440" anchor="t">
            <a:normAutofit/>
          </a:bodyPr>
          <a:p>
            <a:pPr>
              <a:lnSpc>
                <a:spcPct val="150000"/>
              </a:lnSpc>
              <a:tabLst>
                <a:tab algn="l" pos="0"/>
              </a:tabLst>
            </a:pPr>
            <a:r>
              <a:rPr b="0" lang="en-US" sz="1200" strike="noStrike" u="none">
                <a:solidFill>
                  <a:schemeClr val="dk1"/>
                </a:solidFill>
                <a:effectLst/>
                <a:uFillTx/>
                <a:latin typeface="Anaheim"/>
                <a:ea typeface="Anaheim"/>
              </a:rPr>
              <a:t>Univariate analysis summarizes individual variables but overlooks cross-variable influences. Multivariate analysis captures these complex relationships, providing richer insights crucial for informed business strategies. Employing both approaches ensures thorough data evaluation.</a:t>
            </a:r>
            <a:endParaRPr b="0" lang="en-US" sz="1200" strike="noStrike" u="none">
              <a:solidFill>
                <a:srgbClr val="ffffff"/>
              </a:solidFill>
              <a:effectLst/>
              <a:uFillTx/>
              <a:latin typeface="OpenSymbol"/>
            </a:endParaRPr>
          </a:p>
        </p:txBody>
      </p:sp>
      <p:sp>
        <p:nvSpPr>
          <p:cNvPr id="95" name="PlaceHolder 2"/>
          <p:cNvSpPr>
            <a:spLocks noGrp="1"/>
          </p:cNvSpPr>
          <p:nvPr>
            <p:ph type="title"/>
          </p:nvPr>
        </p:nvSpPr>
        <p:spPr>
          <a:xfrm>
            <a:off x="600120" y="1333440"/>
            <a:ext cx="3590640" cy="2476080"/>
          </a:xfrm>
          <a:prstGeom prst="rect">
            <a:avLst/>
          </a:prstGeom>
          <a:noFill/>
          <a:ln w="0">
            <a:noFill/>
          </a:ln>
        </p:spPr>
        <p:txBody>
          <a:bodyPr lIns="91440" rIns="91440" tIns="91440" bIns="91440" anchor="t">
            <a:normAutofit/>
          </a:bodyPr>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Comparison between Univariate and Multivariate</a:t>
            </a:r>
            <a:endParaRPr b="0" lang="fr-FR" sz="3100" strike="noStrike" u="none">
              <a:solidFill>
                <a:schemeClr val="dk1"/>
              </a:solidFill>
              <a:effectLst/>
              <a:uFillTx/>
              <a:latin typeface="Arial"/>
            </a:endParaRPr>
          </a:p>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 Analysis</a:t>
            </a:r>
            <a:endParaRPr b="0" lang="fr-FR" sz="31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subTitle"/>
          </p:nvPr>
        </p:nvSpPr>
        <p:spPr>
          <a:xfrm>
            <a:off x="4695840" y="1752480"/>
            <a:ext cx="3847680" cy="1638360"/>
          </a:xfrm>
          <a:prstGeom prst="rect">
            <a:avLst/>
          </a:prstGeom>
          <a:noFill/>
          <a:ln w="0">
            <a:noFill/>
          </a:ln>
        </p:spPr>
        <p:txBody>
          <a:bodyPr lIns="91440" rIns="91440" tIns="91440" bIns="91440" anchor="t">
            <a:spAutoFit/>
          </a:bodyPr>
          <a:p>
            <a:pPr algn="ctr"/>
            <a:endParaRPr b="0" lang="en-US" sz="1200" strike="noStrike" u="none">
              <a:solidFill>
                <a:schemeClr val="dk1"/>
              </a:solidFill>
              <a:effectLst/>
              <a:uFillTx/>
              <a:latin typeface="Anaheim"/>
              <a:ea typeface="Anaheim"/>
            </a:endParaRPr>
          </a:p>
        </p:txBody>
      </p:sp>
      <p:sp>
        <p:nvSpPr>
          <p:cNvPr id="97" name="PlaceHolder 2"/>
          <p:cNvSpPr>
            <a:spLocks noGrp="1"/>
          </p:cNvSpPr>
          <p:nvPr>
            <p:ph type="title"/>
          </p:nvPr>
        </p:nvSpPr>
        <p:spPr>
          <a:xfrm>
            <a:off x="600120" y="1333440"/>
            <a:ext cx="3590640" cy="2476080"/>
          </a:xfrm>
          <a:prstGeom prst="rect">
            <a:avLst/>
          </a:prstGeom>
          <a:noFill/>
          <a:ln w="0">
            <a:noFill/>
          </a:ln>
        </p:spPr>
        <p:txBody>
          <a:bodyPr lIns="91440" rIns="91440" tIns="91440" bIns="91440" anchor="t">
            <a:normAutofit/>
          </a:bodyPr>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Real-World Applications and Practical</a:t>
            </a:r>
            <a:endParaRPr b="0" lang="fr-FR" sz="3100" strike="noStrike" u="none">
              <a:solidFill>
                <a:schemeClr val="dk1"/>
              </a:solidFill>
              <a:effectLst/>
              <a:uFillTx/>
              <a:latin typeface="Arial"/>
            </a:endParaRPr>
          </a:p>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 Insights</a:t>
            </a:r>
            <a:endParaRPr b="0" lang="fr-FR" sz="31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Google Shape;220;p31"/>
          <p:cNvSpPr/>
          <p:nvPr/>
        </p:nvSpPr>
        <p:spPr>
          <a:xfrm>
            <a:off x="7020000" y="-2876400"/>
            <a:ext cx="4762080" cy="4762080"/>
          </a:xfrm>
          <a:prstGeom prst="rect">
            <a:avLst/>
          </a:prstGeom>
          <a:noFill/>
          <a:ln w="0">
            <a:noFill/>
          </a:ln>
        </p:spPr>
        <p:style>
          <a:lnRef idx="0"/>
          <a:fillRef idx="0"/>
          <a:effectRef idx="0"/>
          <a:fontRef idx="minor"/>
        </p:style>
        <p:txBody>
          <a:bodyPr lIns="870823080" rIns="870823080" tIns="2381040" bIns="2381040" anchor="t">
            <a:spAutoFit/>
          </a:bodyPr>
          <a:p>
            <a:pPr algn="ctr" defTabSz="914400">
              <a:lnSpc>
                <a:spcPct val="100000"/>
              </a:lnSpc>
              <a:tabLst>
                <a:tab algn="l" pos="0"/>
              </a:tabLst>
            </a:pPr>
            <a:endParaRPr b="0" lang="fr-FR" sz="1800" strike="noStrike" u="none">
              <a:solidFill>
                <a:schemeClr val="dk1"/>
              </a:solidFill>
              <a:effectLst/>
              <a:uFillTx/>
              <a:latin typeface="Arial"/>
            </a:endParaRPr>
          </a:p>
        </p:txBody>
      </p:sp>
      <p:sp>
        <p:nvSpPr>
          <p:cNvPr id="99" name="PlaceHolder 1"/>
          <p:cNvSpPr>
            <a:spLocks noGrp="1"/>
          </p:cNvSpPr>
          <p:nvPr>
            <p:ph type="title"/>
          </p:nvPr>
        </p:nvSpPr>
        <p:spPr>
          <a:xfrm>
            <a:off x="4629240" y="228600"/>
            <a:ext cx="3904920" cy="761760"/>
          </a:xfrm>
          <a:prstGeom prst="rect">
            <a:avLst/>
          </a:prstGeom>
          <a:noFill/>
          <a:ln w="0">
            <a:noFill/>
          </a:ln>
        </p:spPr>
        <p:txBody>
          <a:bodyPr lIns="91440" rIns="91440" tIns="91440" bIns="91440" anchor="t">
            <a:normAutofit fontScale="92500" lnSpcReduction="9999"/>
          </a:bodyPr>
          <a:p>
            <a:pPr indent="0">
              <a:lnSpc>
                <a:spcPct val="70000"/>
              </a:lnSpc>
              <a:buNone/>
              <a:tabLst>
                <a:tab algn="l" pos="0"/>
              </a:tabLst>
            </a:pPr>
            <a:r>
              <a:rPr b="0" lang="en-US" sz="2600" strike="noStrike" u="none">
                <a:solidFill>
                  <a:schemeClr val="dk1"/>
                </a:solidFill>
                <a:effectLst/>
                <a:uFillTx/>
                <a:latin typeface="Bricolage Grotesque Medium"/>
                <a:ea typeface="Bricolage Grotesque Medium"/>
              </a:rPr>
              <a:t>Case Study: Income Distribution and Business</a:t>
            </a:r>
            <a:r>
              <a:rPr b="1" lang="en-US" sz="2600" strike="noStrike" u="none">
                <a:solidFill>
                  <a:schemeClr val="dk1"/>
                </a:solidFill>
                <a:effectLst/>
                <a:uFillTx/>
                <a:latin typeface="Bricolage Grotesque"/>
                <a:ea typeface="Bricolage Grotesque Medium"/>
              </a:rPr>
              <a:t> Implications</a:t>
            </a:r>
            <a:endParaRPr b="0" lang="fr-FR" sz="2600" strike="noStrike" u="none">
              <a:solidFill>
                <a:schemeClr val="dk1"/>
              </a:solidFill>
              <a:effectLst/>
              <a:uFillTx/>
              <a:latin typeface="Arial"/>
            </a:endParaRPr>
          </a:p>
        </p:txBody>
      </p:sp>
      <p:sp>
        <p:nvSpPr>
          <p:cNvPr id="100" name="PlaceHolder 2"/>
          <p:cNvSpPr>
            <a:spLocks noGrp="1"/>
          </p:cNvSpPr>
          <p:nvPr>
            <p:ph type="subTitle"/>
          </p:nvPr>
        </p:nvSpPr>
        <p:spPr>
          <a:xfrm>
            <a:off x="4619520" y="3209760"/>
            <a:ext cx="4295520" cy="167616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Anaheim"/>
                <a:ea typeface="Anaheim"/>
              </a:rPr>
              <a:t>Income distribution analysis reveals economic disparities and market segmentation. Businesses leverage these insights to optimize pricing, target specific customer segments, and develop tailored marketing strategies that enhance competitive advantage and profitability.</a:t>
            </a:r>
            <a:endParaRPr b="0" lang="en-US" sz="1200" strike="noStrike" u="none">
              <a:solidFill>
                <a:srgbClr val="ffffff"/>
              </a:solidFill>
              <a:effectLst/>
              <a:uFillTx/>
              <a:latin typeface="OpenSymbol"/>
            </a:endParaRPr>
          </a:p>
        </p:txBody>
      </p:sp>
      <p:pic>
        <p:nvPicPr>
          <p:cNvPr id="101" name="Google Shape;223;p31" descr=""/>
          <p:cNvPicPr/>
          <p:nvPr/>
        </p:nvPicPr>
        <p:blipFill>
          <a:blip r:embed="rId1"/>
          <a:srcRect l="0" t="3418" r="0" b="3428"/>
          <a:stretch/>
        </p:blipFill>
        <p:spPr>
          <a:xfrm>
            <a:off x="0" y="0"/>
            <a:ext cx="4294440" cy="514332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subTitle"/>
          </p:nvPr>
        </p:nvSpPr>
        <p:spPr>
          <a:xfrm>
            <a:off x="4695840" y="1752480"/>
            <a:ext cx="3847680" cy="1638000"/>
          </a:xfrm>
          <a:prstGeom prst="rect">
            <a:avLst/>
          </a:prstGeom>
          <a:noFill/>
          <a:ln w="0">
            <a:noFill/>
          </a:ln>
        </p:spPr>
        <p:txBody>
          <a:bodyPr lIns="91440" rIns="91440" tIns="91440" bIns="91440" anchor="t">
            <a:normAutofit/>
          </a:bodyPr>
          <a:p>
            <a:pPr>
              <a:lnSpc>
                <a:spcPct val="150000"/>
              </a:lnSpc>
              <a:tabLst>
                <a:tab algn="l" pos="0"/>
              </a:tabLst>
            </a:pPr>
            <a:r>
              <a:rPr b="0" lang="en-US" sz="1200" strike="noStrike" u="none">
                <a:solidFill>
                  <a:schemeClr val="dk1"/>
                </a:solidFill>
                <a:effectLst/>
                <a:uFillTx/>
                <a:latin typeface="Anaheim"/>
                <a:ea typeface="Anaheim"/>
              </a:rPr>
              <a:t>Analyzing customer wait time distributions identifies service delays and bottlenecks. This knowledge guides process improvements, resource allocation, and operational adjustments to reduce wait times, increase efficiency, and enhance customer satisfaction.</a:t>
            </a:r>
            <a:endParaRPr b="0" lang="en-US" sz="1200" strike="noStrike" u="none">
              <a:solidFill>
                <a:srgbClr val="ffffff"/>
              </a:solidFill>
              <a:effectLst/>
              <a:uFillTx/>
              <a:latin typeface="OpenSymbol"/>
            </a:endParaRPr>
          </a:p>
        </p:txBody>
      </p:sp>
      <p:sp>
        <p:nvSpPr>
          <p:cNvPr id="103" name="PlaceHolder 2"/>
          <p:cNvSpPr>
            <a:spLocks noGrp="1"/>
          </p:cNvSpPr>
          <p:nvPr>
            <p:ph type="title"/>
          </p:nvPr>
        </p:nvSpPr>
        <p:spPr>
          <a:xfrm>
            <a:off x="600120" y="1333440"/>
            <a:ext cx="3590640" cy="2476080"/>
          </a:xfrm>
          <a:prstGeom prst="rect">
            <a:avLst/>
          </a:prstGeom>
          <a:noFill/>
          <a:ln w="0">
            <a:noFill/>
          </a:ln>
        </p:spPr>
        <p:txBody>
          <a:bodyPr lIns="91440" rIns="91440" tIns="91440" bIns="91440" anchor="t">
            <a:normAutofit/>
          </a:bodyPr>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Case Study: Customer Wait Times and Operational</a:t>
            </a:r>
            <a:endParaRPr b="0" lang="fr-FR" sz="3100" strike="noStrike" u="none">
              <a:solidFill>
                <a:schemeClr val="dk1"/>
              </a:solidFill>
              <a:effectLst/>
              <a:uFillTx/>
              <a:latin typeface="Arial"/>
            </a:endParaRPr>
          </a:p>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 Decisions</a:t>
            </a:r>
            <a:endParaRPr b="0" lang="fr-FR" sz="31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subTitle"/>
          </p:nvPr>
        </p:nvSpPr>
        <p:spPr>
          <a:xfrm>
            <a:off x="4695840" y="1752480"/>
            <a:ext cx="3847680" cy="1638000"/>
          </a:xfrm>
          <a:prstGeom prst="rect">
            <a:avLst/>
          </a:prstGeom>
          <a:noFill/>
          <a:ln w="0">
            <a:noFill/>
          </a:ln>
        </p:spPr>
        <p:txBody>
          <a:bodyPr lIns="91440" rIns="91440" tIns="91440" bIns="91440" anchor="t">
            <a:normAutofit/>
          </a:bodyPr>
          <a:p>
            <a:pPr>
              <a:lnSpc>
                <a:spcPct val="150000"/>
              </a:lnSpc>
              <a:tabLst>
                <a:tab algn="l" pos="0"/>
              </a:tabLst>
            </a:pPr>
            <a:r>
              <a:rPr b="0" lang="en-US" sz="1200" strike="noStrike" u="none">
                <a:solidFill>
                  <a:schemeClr val="dk1"/>
                </a:solidFill>
                <a:effectLst/>
                <a:uFillTx/>
                <a:latin typeface="Anaheim"/>
                <a:ea typeface="Anaheim"/>
              </a:rPr>
              <a:t>Professionals should integrate distribution analysis tools into their workflow, strengthening data interpretation skills. Mastery of these concepts supports advanced analytics capabilities, enabling impactful, data-driven decision-making and career growth.</a:t>
            </a:r>
            <a:endParaRPr b="0" lang="en-US" sz="1200" strike="noStrike" u="none">
              <a:solidFill>
                <a:srgbClr val="ffffff"/>
              </a:solidFill>
              <a:effectLst/>
              <a:uFillTx/>
              <a:latin typeface="OpenSymbol"/>
            </a:endParaRPr>
          </a:p>
        </p:txBody>
      </p:sp>
      <p:sp>
        <p:nvSpPr>
          <p:cNvPr id="105" name="PlaceHolder 2"/>
          <p:cNvSpPr>
            <a:spLocks noGrp="1"/>
          </p:cNvSpPr>
          <p:nvPr>
            <p:ph type="title"/>
          </p:nvPr>
        </p:nvSpPr>
        <p:spPr>
          <a:xfrm>
            <a:off x="600120" y="1333440"/>
            <a:ext cx="3590640" cy="2476080"/>
          </a:xfrm>
          <a:prstGeom prst="rect">
            <a:avLst/>
          </a:prstGeom>
          <a:noFill/>
          <a:ln w="0">
            <a:noFill/>
          </a:ln>
        </p:spPr>
        <p:txBody>
          <a:bodyPr lIns="91440" rIns="91440" tIns="91440" bIns="91440" anchor="t">
            <a:normAutofit/>
          </a:bodyPr>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Next Steps for Applying Data Distribution Knowledge in</a:t>
            </a:r>
            <a:endParaRPr b="0" lang="fr-FR" sz="3100" strike="noStrike" u="none">
              <a:solidFill>
                <a:schemeClr val="dk1"/>
              </a:solidFill>
              <a:effectLst/>
              <a:uFillTx/>
              <a:latin typeface="Arial"/>
            </a:endParaRPr>
          </a:p>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 Career</a:t>
            </a:r>
            <a:endParaRPr b="0" lang="fr-FR" sz="31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Google Shape;220;p31"/>
          <p:cNvSpPr/>
          <p:nvPr/>
        </p:nvSpPr>
        <p:spPr>
          <a:xfrm>
            <a:off x="7020000" y="-2876400"/>
            <a:ext cx="4762080" cy="4762080"/>
          </a:xfrm>
          <a:prstGeom prst="rect">
            <a:avLst/>
          </a:prstGeom>
          <a:noFill/>
          <a:ln w="0">
            <a:noFill/>
          </a:ln>
        </p:spPr>
        <p:style>
          <a:lnRef idx="0"/>
          <a:fillRef idx="0"/>
          <a:effectRef idx="0"/>
          <a:fontRef idx="minor"/>
        </p:style>
        <p:txBody>
          <a:bodyPr lIns="870823080" rIns="870823080" tIns="2381040" bIns="2381040" anchor="t">
            <a:spAutoFit/>
          </a:bodyPr>
          <a:p>
            <a:pPr algn="ctr" defTabSz="914400">
              <a:lnSpc>
                <a:spcPct val="100000"/>
              </a:lnSpc>
              <a:tabLst>
                <a:tab algn="l" pos="0"/>
              </a:tabLst>
            </a:pPr>
            <a:endParaRPr b="0" lang="fr-FR" sz="1800" strike="noStrike" u="none">
              <a:solidFill>
                <a:schemeClr val="dk1"/>
              </a:solidFill>
              <a:effectLst/>
              <a:uFillTx/>
              <a:latin typeface="Arial"/>
            </a:endParaRPr>
          </a:p>
        </p:txBody>
      </p:sp>
      <p:sp>
        <p:nvSpPr>
          <p:cNvPr id="107" name="PlaceHolder 1"/>
          <p:cNvSpPr>
            <a:spLocks noGrp="1"/>
          </p:cNvSpPr>
          <p:nvPr>
            <p:ph type="title"/>
          </p:nvPr>
        </p:nvSpPr>
        <p:spPr>
          <a:xfrm>
            <a:off x="4629240" y="228600"/>
            <a:ext cx="3904920" cy="761760"/>
          </a:xfrm>
          <a:prstGeom prst="rect">
            <a:avLst/>
          </a:prstGeom>
          <a:noFill/>
          <a:ln w="0">
            <a:noFill/>
          </a:ln>
        </p:spPr>
        <p:txBody>
          <a:bodyPr lIns="91440" rIns="91440" tIns="91440" bIns="91440" anchor="t">
            <a:normAutofit/>
          </a:bodyPr>
          <a:p>
            <a:pPr indent="0">
              <a:lnSpc>
                <a:spcPct val="70000"/>
              </a:lnSpc>
              <a:buNone/>
              <a:tabLst>
                <a:tab algn="l" pos="0"/>
              </a:tabLst>
            </a:pPr>
            <a:r>
              <a:rPr b="0" lang="en-US" sz="2600" strike="noStrike" u="none">
                <a:solidFill>
                  <a:schemeClr val="dk1"/>
                </a:solidFill>
                <a:effectLst/>
                <a:uFillTx/>
                <a:latin typeface="Bricolage Grotesque Medium"/>
                <a:ea typeface="Bricolage Grotesque Medium"/>
              </a:rPr>
              <a:t>Conclusions</a:t>
            </a:r>
            <a:endParaRPr b="0" lang="fr-FR" sz="2600" strike="noStrike" u="none">
              <a:solidFill>
                <a:schemeClr val="dk1"/>
              </a:solidFill>
              <a:effectLst/>
              <a:uFillTx/>
              <a:latin typeface="Arial"/>
            </a:endParaRPr>
          </a:p>
        </p:txBody>
      </p:sp>
      <p:sp>
        <p:nvSpPr>
          <p:cNvPr id="108" name="PlaceHolder 2"/>
          <p:cNvSpPr>
            <a:spLocks noGrp="1"/>
          </p:cNvSpPr>
          <p:nvPr>
            <p:ph type="subTitle"/>
          </p:nvPr>
        </p:nvSpPr>
        <p:spPr>
          <a:xfrm>
            <a:off x="4619520" y="3209760"/>
            <a:ext cx="4295520" cy="1676160"/>
          </a:xfrm>
          <a:prstGeom prst="rect">
            <a:avLst/>
          </a:prstGeom>
          <a:noFill/>
          <a:ln w="0">
            <a:noFill/>
          </a:ln>
        </p:spPr>
        <p:txBody>
          <a:bodyPr lIns="91440" rIns="91440" tIns="91440" bIns="91440" anchor="t">
            <a:normAutofit fontScale="92500" lnSpcReduction="19999"/>
          </a:bodyPr>
          <a:p>
            <a:pPr indent="0">
              <a:lnSpc>
                <a:spcPct val="150000"/>
              </a:lnSpc>
              <a:buNone/>
              <a:tabLst>
                <a:tab algn="l" pos="0"/>
              </a:tabLst>
            </a:pPr>
            <a:r>
              <a:rPr b="0" lang="en-US" sz="1200" strike="noStrike" u="none">
                <a:solidFill>
                  <a:schemeClr val="dk1"/>
                </a:solidFill>
                <a:effectLst/>
                <a:uFillTx/>
                <a:latin typeface="Anaheim"/>
                <a:ea typeface="Anaheim"/>
              </a:rPr>
              <a:t>A comprehensive understanding of data distributions, incorporating skewness and kurtosis, is essential for accurate analysis and interpretation. Visual tools like histograms and boxplots enhance communication, while combined univariate and multivariate analyses yield deeper insights.</a:t>
            </a:r>
            <a:endParaRPr b="0" lang="en-US" sz="1200" strike="noStrike" u="none">
              <a:solidFill>
                <a:srgbClr val="ffffff"/>
              </a:solidFill>
              <a:effectLst/>
              <a:uFillTx/>
              <a:latin typeface="OpenSymbol"/>
            </a:endParaRPr>
          </a:p>
          <a:p>
            <a:pPr indent="0">
              <a:lnSpc>
                <a:spcPct val="150000"/>
              </a:lnSpc>
              <a:buNone/>
              <a:tabLst>
                <a:tab algn="l" pos="0"/>
              </a:tabLst>
            </a:pPr>
            <a:endParaRPr b="0" lang="en-US" sz="1200" strike="noStrike" u="none">
              <a:solidFill>
                <a:srgbClr val="ffffff"/>
              </a:solidFill>
              <a:effectLst/>
              <a:uFillTx/>
              <a:latin typeface="OpenSymbol"/>
            </a:endParaRPr>
          </a:p>
          <a:p>
            <a:pPr indent="0">
              <a:lnSpc>
                <a:spcPct val="150000"/>
              </a:lnSpc>
              <a:buNone/>
              <a:tabLst>
                <a:tab algn="l" pos="0"/>
              </a:tabLst>
            </a:pPr>
            <a:r>
              <a:rPr b="0" lang="en-US" sz="1200" strike="noStrike" u="none">
                <a:solidFill>
                  <a:schemeClr val="dk1"/>
                </a:solidFill>
                <a:effectLst/>
                <a:uFillTx/>
                <a:latin typeface="Anaheim"/>
                <a:ea typeface="Anaheim"/>
              </a:rPr>
              <a:t>Applying these principles empowers professionals to make informed, strategic decisions that drive business success and professional development.</a:t>
            </a:r>
            <a:endParaRPr b="0" lang="en-US" sz="1200" strike="noStrike" u="none">
              <a:solidFill>
                <a:srgbClr val="ffffff"/>
              </a:solidFill>
              <a:effectLst/>
              <a:uFillTx/>
              <a:latin typeface="OpenSymbol"/>
            </a:endParaRPr>
          </a:p>
        </p:txBody>
      </p:sp>
      <p:pic>
        <p:nvPicPr>
          <p:cNvPr id="109" name="Google Shape;223;p31" descr=""/>
          <p:cNvPicPr/>
          <p:nvPr/>
        </p:nvPicPr>
        <p:blipFill>
          <a:blip r:embed="rId1"/>
          <a:srcRect l="0" t="3418" r="0" b="3428"/>
          <a:stretch/>
        </p:blipFill>
        <p:spPr>
          <a:xfrm>
            <a:off x="0" y="0"/>
            <a:ext cx="4294440" cy="5143320"/>
          </a:xfrm>
          <a:prstGeom prst="rect">
            <a:avLst/>
          </a:prstGeom>
          <a:noFill/>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5181480" y="-217800"/>
            <a:ext cx="3714480" cy="2408040"/>
          </a:xfrm>
          <a:prstGeom prst="rect">
            <a:avLst/>
          </a:prstGeom>
          <a:noFill/>
          <a:ln w="0">
            <a:noFill/>
          </a:ln>
        </p:spPr>
        <p:txBody>
          <a:bodyPr lIns="91440" rIns="91440" tIns="91440" bIns="91440" anchor="b">
            <a:spAutoFit/>
          </a:bodyPr>
          <a:p>
            <a:pPr indent="0" algn="r">
              <a:lnSpc>
                <a:spcPct val="100000"/>
              </a:lnSpc>
              <a:buNone/>
              <a:tabLst>
                <a:tab algn="l" pos="0"/>
              </a:tabLst>
            </a:pPr>
            <a:r>
              <a:rPr b="0" lang="en" sz="7300" strike="noStrike" u="none">
                <a:solidFill>
                  <a:schemeClr val="dk1"/>
                </a:solidFill>
                <a:effectLst/>
                <a:uFillTx/>
                <a:latin typeface="Bricolage Grotesque Medium"/>
                <a:ea typeface="Bricolage Grotesque Medium"/>
              </a:rPr>
              <a:t>THANK </a:t>
            </a:r>
            <a:r>
              <a:rPr b="1" lang="en" sz="7300" strike="noStrike" u="none">
                <a:solidFill>
                  <a:schemeClr val="dk1"/>
                </a:solidFill>
                <a:effectLst/>
                <a:uFillTx/>
                <a:latin typeface="Bricolage Grotesque Medium"/>
                <a:ea typeface="Bricolage Grotesque Medium"/>
              </a:rPr>
              <a:t>YOU</a:t>
            </a:r>
            <a:endParaRPr b="0" lang="fr-FR" sz="7300" strike="noStrike" u="none">
              <a:solidFill>
                <a:schemeClr val="dk1"/>
              </a:solidFill>
              <a:effectLst/>
              <a:uFillTx/>
              <a:latin typeface="Arial"/>
            </a:endParaRPr>
          </a:p>
        </p:txBody>
      </p:sp>
      <p:sp>
        <p:nvSpPr>
          <p:cNvPr id="111" name="PlaceHolder 2"/>
          <p:cNvSpPr>
            <a:spLocks noGrp="1"/>
          </p:cNvSpPr>
          <p:nvPr>
            <p:ph type="subTitle"/>
          </p:nvPr>
        </p:nvSpPr>
        <p:spPr>
          <a:xfrm>
            <a:off x="5191200" y="2104920"/>
            <a:ext cx="3714480" cy="1057320"/>
          </a:xfrm>
          <a:prstGeom prst="rect">
            <a:avLst/>
          </a:prstGeom>
          <a:noFill/>
          <a:ln w="0">
            <a:noFill/>
          </a:ln>
        </p:spPr>
        <p:txBody>
          <a:bodyPr lIns="91440" rIns="91440" tIns="91440" bIns="91440" anchor="t">
            <a:spAutoFit/>
          </a:bodyPr>
          <a:p>
            <a:pPr indent="0" algn="r">
              <a:lnSpc>
                <a:spcPct val="100000"/>
              </a:lnSpc>
              <a:buNone/>
              <a:tabLst>
                <a:tab algn="l" pos="0"/>
              </a:tabLst>
            </a:pPr>
            <a:r>
              <a:rPr b="1" lang="en" sz="1400" strike="noStrike" u="none">
                <a:solidFill>
                  <a:schemeClr val="dk1"/>
                </a:solidFill>
                <a:effectLst/>
                <a:uFillTx/>
                <a:latin typeface="Anaheim"/>
                <a:ea typeface="Anaheim"/>
              </a:rPr>
              <a:t>Do you have any questions?</a:t>
            </a:r>
            <a:endParaRPr b="0" lang="en-US" sz="1400" strike="noStrike" u="none">
              <a:solidFill>
                <a:srgbClr val="ffffff"/>
              </a:solidFill>
              <a:effectLst/>
              <a:uFillTx/>
              <a:latin typeface="OpenSymbol"/>
            </a:endParaRPr>
          </a:p>
          <a:p>
            <a:pPr indent="0" algn="r">
              <a:lnSpc>
                <a:spcPct val="100000"/>
              </a:lnSpc>
              <a:buNone/>
              <a:tabLst>
                <a:tab algn="l" pos="0"/>
              </a:tabLst>
            </a:pPr>
            <a:r>
              <a:rPr b="0" lang="en" sz="1400" strike="noStrike" u="none">
                <a:solidFill>
                  <a:schemeClr val="dk1"/>
                </a:solidFill>
                <a:effectLst/>
                <a:uFillTx/>
                <a:latin typeface="Anaheim"/>
                <a:ea typeface="Anaheim"/>
              </a:rPr>
              <a:t>youremail@freepik.com</a:t>
            </a:r>
            <a:endParaRPr b="0" lang="en-US" sz="1400" strike="noStrike" u="none">
              <a:solidFill>
                <a:srgbClr val="ffffff"/>
              </a:solidFill>
              <a:effectLst/>
              <a:uFillTx/>
              <a:latin typeface="OpenSymbol"/>
            </a:endParaRPr>
          </a:p>
          <a:p>
            <a:pPr indent="0" algn="r">
              <a:lnSpc>
                <a:spcPct val="100000"/>
              </a:lnSpc>
              <a:buNone/>
              <a:tabLst>
                <a:tab algn="l" pos="0"/>
              </a:tabLst>
            </a:pPr>
            <a:r>
              <a:rPr b="0" lang="en" sz="1400" strike="noStrike" u="none">
                <a:solidFill>
                  <a:schemeClr val="dk1"/>
                </a:solidFill>
                <a:effectLst/>
                <a:uFillTx/>
                <a:latin typeface="Anaheim"/>
                <a:ea typeface="Anaheim"/>
              </a:rPr>
              <a:t>+00 000 000 000</a:t>
            </a:r>
            <a:endParaRPr b="0" lang="en-US" sz="1400" strike="noStrike" u="none">
              <a:solidFill>
                <a:srgbClr val="ffffff"/>
              </a:solidFill>
              <a:effectLst/>
              <a:uFillTx/>
              <a:latin typeface="OpenSymbol"/>
            </a:endParaRPr>
          </a:p>
          <a:p>
            <a:pPr indent="0" algn="r">
              <a:lnSpc>
                <a:spcPct val="100000"/>
              </a:lnSpc>
              <a:buNone/>
              <a:tabLst>
                <a:tab algn="l" pos="0"/>
              </a:tabLst>
            </a:pPr>
            <a:r>
              <a:rPr b="0" lang="en" sz="1400" strike="noStrike" u="none">
                <a:solidFill>
                  <a:schemeClr val="dk1"/>
                </a:solidFill>
                <a:effectLst/>
                <a:uFillTx/>
                <a:latin typeface="Anaheim"/>
                <a:ea typeface="Anaheim"/>
              </a:rPr>
              <a:t>yourwebsite.com</a:t>
            </a:r>
            <a:endParaRPr b="0" lang="en-US" sz="1400" strike="noStrike" u="none">
              <a:solidFill>
                <a:srgbClr val="ffffff"/>
              </a:solidFill>
              <a:effectLst/>
              <a:uFillTx/>
              <a:latin typeface="OpenSymbol"/>
            </a:endParaRPr>
          </a:p>
        </p:txBody>
      </p:sp>
      <p:grpSp>
        <p:nvGrpSpPr>
          <p:cNvPr id="112" name="Google Shape;373;p39"/>
          <p:cNvGrpSpPr/>
          <p:nvPr/>
        </p:nvGrpSpPr>
        <p:grpSpPr>
          <a:xfrm>
            <a:off x="334800" y="3515400"/>
            <a:ext cx="275760" cy="275760"/>
            <a:chOff x="334800" y="3515400"/>
            <a:chExt cx="275760" cy="275760"/>
          </a:xfrm>
        </p:grpSpPr>
        <p:sp>
          <p:nvSpPr>
            <p:cNvPr id="113" name="Google Shape;374;p39"/>
            <p:cNvSpPr/>
            <p:nvPr/>
          </p:nvSpPr>
          <p:spPr>
            <a:xfrm>
              <a:off x="334800" y="3515400"/>
              <a:ext cx="275760" cy="275760"/>
            </a:xfrm>
            <a:custGeom>
              <a:avLst/>
              <a:gdLst>
                <a:gd name="textAreaLeft" fmla="*/ 0 w 275760"/>
                <a:gd name="textAreaRight" fmla="*/ 276120 w 275760"/>
                <a:gd name="textAreaTop" fmla="*/ 0 h 275760"/>
                <a:gd name="textAreaBottom" fmla="*/ 276120 h 275760"/>
              </a:gdLst>
              <a:ahLst/>
              <a:cxn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4" name="Google Shape;375;p39"/>
            <p:cNvSpPr/>
            <p:nvPr/>
          </p:nvSpPr>
          <p:spPr>
            <a:xfrm>
              <a:off x="398880" y="3580920"/>
              <a:ext cx="146880" cy="144000"/>
            </a:xfrm>
            <a:custGeom>
              <a:avLst/>
              <a:gdLst>
                <a:gd name="textAreaLeft" fmla="*/ 0 w 146880"/>
                <a:gd name="textAreaRight" fmla="*/ 147240 w 146880"/>
                <a:gd name="textAreaTop" fmla="*/ 0 h 144000"/>
                <a:gd name="textAreaBottom" fmla="*/ 144360 h 144000"/>
              </a:gdLst>
              <a:ahLst/>
              <a:cxn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lt2"/>
            </a:solidFill>
            <a:ln w="0">
              <a:noFill/>
            </a:ln>
          </p:spPr>
          <p:style>
            <a:lnRef idx="0"/>
            <a:fillRef idx="0"/>
            <a:effectRef idx="0"/>
            <a:fontRef idx="minor"/>
          </p:style>
          <p:txBody>
            <a:bodyPr tIns="72000" bIns="720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5" name="Google Shape;376;p39"/>
            <p:cNvSpPr/>
            <p:nvPr/>
          </p:nvSpPr>
          <p:spPr>
            <a:xfrm>
              <a:off x="528840" y="3551040"/>
              <a:ext cx="37440" cy="37080"/>
            </a:xfrm>
            <a:custGeom>
              <a:avLst/>
              <a:gdLst>
                <a:gd name="textAreaLeft" fmla="*/ 0 w 37440"/>
                <a:gd name="textAreaRight" fmla="*/ 37800 w 37440"/>
                <a:gd name="textAreaTop" fmla="*/ 0 h 37080"/>
                <a:gd name="textAreaBottom" fmla="*/ 37440 h 37080"/>
              </a:gdLst>
              <a:ahLst/>
              <a:cxn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lt2"/>
            </a:solidFill>
            <a:ln w="0">
              <a:noFill/>
            </a:ln>
          </p:spPr>
          <p:style>
            <a:lnRef idx="0"/>
            <a:fillRef idx="0"/>
            <a:effectRef idx="0"/>
            <a:fontRef idx="minor"/>
          </p:style>
          <p:txBody>
            <a:bodyPr tIns="18720" bIns="18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16" name="Google Shape;377;p39"/>
          <p:cNvGrpSpPr/>
          <p:nvPr/>
        </p:nvGrpSpPr>
        <p:grpSpPr>
          <a:xfrm>
            <a:off x="1200960" y="3534120"/>
            <a:ext cx="266040" cy="238320"/>
            <a:chOff x="1200960" y="3534120"/>
            <a:chExt cx="266040" cy="238320"/>
          </a:xfrm>
        </p:grpSpPr>
        <p:sp>
          <p:nvSpPr>
            <p:cNvPr id="117" name="Google Shape;378;p39"/>
            <p:cNvSpPr/>
            <p:nvPr/>
          </p:nvSpPr>
          <p:spPr>
            <a:xfrm>
              <a:off x="1209960" y="3618360"/>
              <a:ext cx="60840" cy="154080"/>
            </a:xfrm>
            <a:custGeom>
              <a:avLst/>
              <a:gdLst>
                <a:gd name="textAreaLeft" fmla="*/ 0 w 60840"/>
                <a:gd name="textAreaRight" fmla="*/ 61200 w 60840"/>
                <a:gd name="textAreaTop" fmla="*/ 0 h 154080"/>
                <a:gd name="textAreaBottom" fmla="*/ 154440 h 154080"/>
              </a:gdLst>
              <a:ahLst/>
              <a:cxn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lt2"/>
            </a:solidFill>
            <a:ln w="0">
              <a:noFill/>
            </a:ln>
          </p:spPr>
          <p:style>
            <a:lnRef idx="0"/>
            <a:fillRef idx="0"/>
            <a:effectRef idx="0"/>
            <a:fontRef idx="minor"/>
          </p:style>
          <p:txBody>
            <a:bodyPr tIns="77040" bIns="770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8" name="Google Shape;379;p39"/>
            <p:cNvSpPr/>
            <p:nvPr/>
          </p:nvSpPr>
          <p:spPr>
            <a:xfrm>
              <a:off x="1200960" y="3534120"/>
              <a:ext cx="70200" cy="70200"/>
            </a:xfrm>
            <a:custGeom>
              <a:avLst/>
              <a:gdLst>
                <a:gd name="textAreaLeft" fmla="*/ 0 w 70200"/>
                <a:gd name="textAreaRight" fmla="*/ 70560 w 70200"/>
                <a:gd name="textAreaTop" fmla="*/ 0 h 70200"/>
                <a:gd name="textAreaBottom" fmla="*/ 70560 h 70200"/>
              </a:gdLst>
              <a:ahLst/>
              <a:cxn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lt2"/>
            </a:solidFill>
            <a:ln w="0">
              <a:noFill/>
            </a:ln>
          </p:spPr>
          <p:style>
            <a:lnRef idx="0"/>
            <a:fillRef idx="0"/>
            <a:effectRef idx="0"/>
            <a:fontRef idx="minor"/>
          </p:style>
          <p:txBody>
            <a:bodyPr tIns="35280" bIns="352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9" name="Google Shape;380;p39"/>
            <p:cNvSpPr/>
            <p:nvPr/>
          </p:nvSpPr>
          <p:spPr>
            <a:xfrm>
              <a:off x="1303200" y="3618360"/>
              <a:ext cx="163800" cy="154080"/>
            </a:xfrm>
            <a:custGeom>
              <a:avLst/>
              <a:gdLst>
                <a:gd name="textAreaLeft" fmla="*/ 0 w 163800"/>
                <a:gd name="textAreaRight" fmla="*/ 164160 w 163800"/>
                <a:gd name="textAreaTop" fmla="*/ 0 h 154080"/>
                <a:gd name="textAreaBottom" fmla="*/ 154440 h 154080"/>
              </a:gdLst>
              <a:ahLst/>
              <a:cxn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lt2"/>
            </a:solidFill>
            <a:ln w="0">
              <a:noFill/>
            </a:ln>
          </p:spPr>
          <p:style>
            <a:lnRef idx="0"/>
            <a:fillRef idx="0"/>
            <a:effectRef idx="0"/>
            <a:fontRef idx="minor"/>
          </p:style>
          <p:txBody>
            <a:bodyPr tIns="77040" bIns="770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
        <p:nvSpPr>
          <p:cNvPr id="120" name="Google Shape;381;p39"/>
          <p:cNvSpPr/>
          <p:nvPr/>
        </p:nvSpPr>
        <p:spPr>
          <a:xfrm>
            <a:off x="237960" y="4429080"/>
            <a:ext cx="4152600" cy="256680"/>
          </a:xfrm>
          <a:prstGeom prst="rect">
            <a:avLst/>
          </a:prstGeom>
          <a:noFill/>
          <a:ln w="0">
            <a:noFill/>
          </a:ln>
        </p:spPr>
        <p:style>
          <a:lnRef idx="0"/>
          <a:fillRef idx="0"/>
          <a:effectRef idx="0"/>
          <a:fontRef idx="minor"/>
        </p:style>
        <p:txBody>
          <a:bodyPr lIns="870823080" rIns="870823080" tIns="-2643480" bIns="-2643480" anchor="t">
            <a:spAutoFit/>
          </a:bodyPr>
          <a:p>
            <a:pPr defTabSz="914400">
              <a:lnSpc>
                <a:spcPct val="100000"/>
              </a:lnSpc>
              <a:tabLst>
                <a:tab algn="l" pos="0"/>
              </a:tabLst>
            </a:pPr>
            <a:r>
              <a:rPr b="0" lang="en" sz="1000" strike="noStrike" u="none">
                <a:solidFill>
                  <a:schemeClr val="dk1"/>
                </a:solidFill>
                <a:effectLst/>
                <a:uFillTx/>
                <a:latin typeface="Arial"/>
              </a:rPr>
              <a:t>Please keep this slide for attribution</a:t>
            </a:r>
            <a:endParaRPr b="0" lang="en-US" sz="1000" strike="noStrike" u="none">
              <a:solidFill>
                <a:srgbClr val="ffffff"/>
              </a:solidFill>
              <a:effectLst/>
              <a:uFillTx/>
              <a:latin typeface="OpenSymbol"/>
            </a:endParaRPr>
          </a:p>
        </p:txBody>
      </p:sp>
      <p:sp>
        <p:nvSpPr>
          <p:cNvPr id="121" name="Google Shape;382;p39"/>
          <p:cNvSpPr/>
          <p:nvPr/>
        </p:nvSpPr>
        <p:spPr>
          <a:xfrm>
            <a:off x="2102400" y="3551760"/>
            <a:ext cx="198720" cy="203040"/>
          </a:xfrm>
          <a:custGeom>
            <a:avLst/>
            <a:gdLst>
              <a:gd name="textAreaLeft" fmla="*/ 0 w 198720"/>
              <a:gd name="textAreaRight" fmla="*/ 199080 w 198720"/>
              <a:gd name="textAreaTop" fmla="*/ 0 h 203040"/>
              <a:gd name="textAreaBottom" fmla="*/ 203400 h 203040"/>
            </a:gdLst>
            <a:ahLst/>
            <a:cxnLst/>
            <a:rect l="textAreaLeft" t="textAreaTop" r="textAreaRight" b="textAreaBottom"/>
            <a:pathLst>
              <a:path w="494728" h="505587">
                <a:moveTo>
                  <a:pt x="294418" y="214122"/>
                </a:moveTo>
                <a:lnTo>
                  <a:pt x="478631" y="0"/>
                </a:lnTo>
                <a:lnTo>
                  <a:pt x="435007" y="0"/>
                </a:lnTo>
                <a:lnTo>
                  <a:pt x="275082" y="185928"/>
                </a:lnTo>
                <a:lnTo>
                  <a:pt x="147352" y="0"/>
                </a:lnTo>
                <a:lnTo>
                  <a:pt x="0" y="0"/>
                </a:lnTo>
                <a:lnTo>
                  <a:pt x="193167" y="281083"/>
                </a:lnTo>
                <a:lnTo>
                  <a:pt x="0" y="505587"/>
                </a:lnTo>
                <a:lnTo>
                  <a:pt x="43625" y="505587"/>
                </a:lnTo>
                <a:lnTo>
                  <a:pt x="212503" y="309277"/>
                </a:lnTo>
                <a:lnTo>
                  <a:pt x="347377" y="505587"/>
                </a:lnTo>
                <a:lnTo>
                  <a:pt x="494729" y="505587"/>
                </a:lnTo>
                <a:lnTo>
                  <a:pt x="294418" y="214027"/>
                </a:lnTo>
                <a:lnTo>
                  <a:pt x="294418" y="214027"/>
                </a:lnTo>
                <a:close/>
                <a:moveTo>
                  <a:pt x="234601" y="283655"/>
                </a:moveTo>
                <a:lnTo>
                  <a:pt x="215075" y="255651"/>
                </a:lnTo>
                <a:lnTo>
                  <a:pt x="59341" y="32861"/>
                </a:lnTo>
                <a:lnTo>
                  <a:pt x="126397" y="32861"/>
                </a:lnTo>
                <a:lnTo>
                  <a:pt x="252032" y="212598"/>
                </a:lnTo>
                <a:lnTo>
                  <a:pt x="271558" y="240601"/>
                </a:lnTo>
                <a:lnTo>
                  <a:pt x="434912" y="474250"/>
                </a:lnTo>
                <a:lnTo>
                  <a:pt x="367855" y="474250"/>
                </a:lnTo>
                <a:lnTo>
                  <a:pt x="234505" y="283559"/>
                </a:lnTo>
                <a:lnTo>
                  <a:pt x="234505" y="283559"/>
                </a:lnTo>
                <a:close/>
              </a:path>
            </a:pathLst>
          </a:custGeom>
          <a:solidFill>
            <a:schemeClr val="lt2"/>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2" name="PlaceHolder 3"/>
          <p:cNvSpPr>
            <a:spLocks noGrp="1"/>
          </p:cNvSpPr>
          <p:nvPr>
            <p:ph type="subTitle"/>
          </p:nvPr>
        </p:nvSpPr>
        <p:spPr>
          <a:xfrm>
            <a:off x="228600" y="181080"/>
            <a:ext cx="1076040" cy="610200"/>
          </a:xfrm>
          <a:prstGeom prst="rect">
            <a:avLst/>
          </a:prstGeom>
          <a:noFill/>
          <a:ln w="0">
            <a:noFill/>
          </a:ln>
        </p:spPr>
        <p:txBody>
          <a:bodyPr lIns="91440" rIns="91440" tIns="91440" bIns="91440" anchor="t">
            <a:spAutoFit/>
          </a:bodyPr>
          <a:p>
            <a:pPr algn="ctr">
              <a:lnSpc>
                <a:spcPct val="100000"/>
              </a:lnSpc>
              <a:tabLst>
                <a:tab algn="l" pos="0"/>
              </a:tabLst>
            </a:pPr>
            <a:r>
              <a:rPr b="0" lang="en" sz="1000" strike="noStrike" u="none">
                <a:solidFill>
                  <a:schemeClr val="dk1"/>
                </a:solidFill>
                <a:effectLst/>
                <a:uFillTx/>
                <a:latin typeface="Anaheim"/>
                <a:ea typeface="Anaheim"/>
              </a:rPr>
              <a:t>Mind maps</a:t>
            </a:r>
            <a:endParaRPr b="0" lang="en-US" sz="1000" strike="noStrike" u="none">
              <a:solidFill>
                <a:srgbClr val="ffffff"/>
              </a:solidFill>
              <a:effectLst/>
              <a:uFillTx/>
              <a:latin typeface="OpenSymbol"/>
            </a:endParaRPr>
          </a:p>
        </p:txBody>
      </p:sp>
      <p:sp>
        <p:nvSpPr>
          <p:cNvPr id="123" name="PlaceHolder 4"/>
          <p:cNvSpPr>
            <a:spLocks noGrp="1"/>
          </p:cNvSpPr>
          <p:nvPr>
            <p:ph type="subTitle"/>
          </p:nvPr>
        </p:nvSpPr>
        <p:spPr>
          <a:xfrm>
            <a:off x="8020080" y="4591080"/>
            <a:ext cx="875880" cy="610200"/>
          </a:xfrm>
          <a:prstGeom prst="rect">
            <a:avLst/>
          </a:prstGeom>
          <a:noFill/>
          <a:ln w="0">
            <a:noFill/>
          </a:ln>
        </p:spPr>
        <p:txBody>
          <a:bodyPr lIns="91440" rIns="91440" tIns="91440" bIns="91440" anchor="t">
            <a:spAutoFit/>
          </a:bodyPr>
          <a:p>
            <a:pPr algn="ctr">
              <a:lnSpc>
                <a:spcPct val="100000"/>
              </a:lnSpc>
              <a:tabLst>
                <a:tab algn="l" pos="0"/>
              </a:tabLst>
            </a:pPr>
            <a:r>
              <a:rPr b="0" lang="en" sz="1000" strike="noStrike" u="none">
                <a:solidFill>
                  <a:schemeClr val="dk1"/>
                </a:solidFill>
                <a:effectLst/>
                <a:uFillTx/>
                <a:latin typeface="Anaheim"/>
                <a:ea typeface="Anaheim"/>
              </a:rPr>
              <a:t>Workshop</a:t>
            </a:r>
            <a:endParaRPr b="0" lang="en-US" sz="10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Mind Maps Workshop by Slidesgo">
  <a:themeElements>
    <a:clrScheme name="Simple Light">
      <a:dk1>
        <a:srgbClr val="fff5ef"/>
      </a:dk1>
      <a:lt1>
        <a:srgbClr val="132933"/>
      </a:lt1>
      <a:dk2>
        <a:srgbClr val="fff5ef"/>
      </a:dk2>
      <a:lt2>
        <a:srgbClr val="fff5ef"/>
      </a:lt2>
      <a:accent1>
        <a:srgbClr val="ffffff"/>
      </a:accent1>
      <a:accent2>
        <a:srgbClr val="ffffff"/>
      </a:accent2>
      <a:accent3>
        <a:srgbClr val="ffffff"/>
      </a:accent3>
      <a:accent4>
        <a:srgbClr val="ffffff"/>
      </a:accent4>
      <a:accent5>
        <a:srgbClr val="ffffff"/>
      </a:accent5>
      <a:accent6>
        <a:srgbClr val="ffffff"/>
      </a:accent6>
      <a:hlink>
        <a:srgbClr val="fff5e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LibreOffice/25.2.4.3$Linux_X86_64 LibreOffice_project/520$Build-3</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2025-12-08T18:40:30Z</dcterms:created>
  <dc:creator>Unknown Creator</dc:creator>
  <dc:description/>
  <dc:language>en-US</dc:language>
  <cp:lastModifiedBy>Unknown Creator</cp:lastModifiedBy>
  <dcterms:modified xsi:type="dcterms:W3CDTF">2025-12-08T18:40:30Z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20</vt:r8>
  </property>
</Properties>
</file>